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5"/>
  </p:notesMasterIdLst>
  <p:sldIdLst>
    <p:sldId id="258" r:id="rId2"/>
    <p:sldId id="266" r:id="rId3"/>
    <p:sldId id="330" r:id="rId4"/>
    <p:sldId id="746" r:id="rId5"/>
    <p:sldId id="749" r:id="rId6"/>
    <p:sldId id="787" r:id="rId7"/>
    <p:sldId id="786" r:id="rId8"/>
    <p:sldId id="784" r:id="rId9"/>
    <p:sldId id="795" r:id="rId10"/>
    <p:sldId id="797" r:id="rId11"/>
    <p:sldId id="754" r:id="rId12"/>
    <p:sldId id="791" r:id="rId13"/>
    <p:sldId id="798" r:id="rId14"/>
    <p:sldId id="805" r:id="rId15"/>
    <p:sldId id="792" r:id="rId16"/>
    <p:sldId id="802" r:id="rId17"/>
    <p:sldId id="758" r:id="rId18"/>
    <p:sldId id="804" r:id="rId19"/>
    <p:sldId id="751" r:id="rId20"/>
    <p:sldId id="271" r:id="rId21"/>
    <p:sldId id="269" r:id="rId22"/>
    <p:sldId id="785" r:id="rId23"/>
    <p:sldId id="568" r:id="rId24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97EC6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44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8969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24817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69606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40707"/>
              </p:ext>
            </p:extLst>
          </p:nvPr>
        </p:nvGraphicFramePr>
        <p:xfrm>
          <a:off x="681038" y="639314"/>
          <a:ext cx="8656953" cy="58216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설정 시 TA (LID_10011) 문구 여백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  <a:tr h="391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동작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66018"/>
                  </a:ext>
                </a:extLst>
              </a:tr>
              <a:tr h="326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51556"/>
                  </a:ext>
                </a:extLst>
              </a:tr>
              <a:tr h="261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53212"/>
                  </a:ext>
                </a:extLst>
              </a:tr>
              <a:tr h="1959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84701"/>
                  </a:ext>
                </a:extLst>
              </a:tr>
              <a:tr h="130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465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90514"/>
              </p:ext>
            </p:extLst>
          </p:nvPr>
        </p:nvGraphicFramePr>
        <p:xfrm>
          <a:off x="681038" y="639313"/>
          <a:ext cx="8656953" cy="57912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0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65190"/>
                  </a:ext>
                </a:extLst>
              </a:tr>
              <a:tr h="326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38084"/>
                  </a:ext>
                </a:extLst>
              </a:tr>
              <a:tr h="261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575947"/>
                  </a:ext>
                </a:extLst>
              </a:tr>
              <a:tr h="1959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2274"/>
                  </a:ext>
                </a:extLst>
              </a:tr>
              <a:tr h="1306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760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5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4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51252"/>
              </p:ext>
            </p:extLst>
          </p:nvPr>
        </p:nvGraphicFramePr>
        <p:xfrm>
          <a:off x="681038" y="940254"/>
          <a:ext cx="8656953" cy="49178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86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06137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97648"/>
              </p:ext>
            </p:extLst>
          </p:nvPr>
        </p:nvGraphicFramePr>
        <p:xfrm>
          <a:off x="575310" y="610100"/>
          <a:ext cx="8769985" cy="59692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554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64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MPI-92284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MPI-97924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토스트팝업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MPI-95569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(STR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검색결과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채널변경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MPI-93920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adb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명령어 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MPI-92783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AudioFocus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Manager)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(BGS &amp;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 관리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E167-419B-9B09-EC4C-58D283ED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39C5-A9E2-2244-2127-DB30B077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B7F5D-CBB0-E84A-A63D-E8BC6EC8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93BC8533-F068-7B4A-DC65-0976326D1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821256"/>
              </p:ext>
            </p:extLst>
          </p:nvPr>
        </p:nvGraphicFramePr>
        <p:xfrm>
          <a:off x="575310" y="860125"/>
          <a:ext cx="8769985" cy="48387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0">
                <a:tc rowSpan="3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9944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1513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482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MPI-98184 손코딩으로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7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1868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518446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862990"/>
              </p:ext>
            </p:extLst>
          </p:nvPr>
        </p:nvGraphicFramePr>
        <p:xfrm>
          <a:off x="575310" y="601864"/>
          <a:ext cx="8769985" cy="596065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0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63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6305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[TCI-77885] [IVI-SQA][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GlobalSearch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Passenger Talk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UserProfile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검색어 세부 항목 선택 시 토스트 팝업 출력되지 않음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26-06-05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001921"/>
                  </a:ext>
                </a:extLst>
              </a:tr>
              <a:tr h="34915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50220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동일화를 위한 개발환경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재세팅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30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92444"/>
              </p:ext>
            </p:extLst>
          </p:nvPr>
        </p:nvGraphicFramePr>
        <p:xfrm>
          <a:off x="575310" y="672556"/>
          <a:ext cx="8769985" cy="17196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36037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</a:t>
            </a:r>
            <a:r>
              <a:rPr lang="en-US" altLang="ko-KR" sz="1600" dirty="0">
                <a:solidFill>
                  <a:srgbClr val="0066FF"/>
                </a:solidFill>
                <a:latin typeface="+mn-ea"/>
              </a:rPr>
              <a:t>2026.06.5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530847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rgbClr val="0066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0.24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2.77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0.02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4.87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66FF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2.48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solidFill>
                          <a:srgbClr val="0066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20662</TotalTime>
  <Words>4181</Words>
  <Application>Microsoft Office PowerPoint</Application>
  <PresentationFormat>A4 용지(210x297mm)</PresentationFormat>
  <Paragraphs>1196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578</cp:revision>
  <cp:lastPrinted>2018-07-16T02:44:16Z</cp:lastPrinted>
  <dcterms:created xsi:type="dcterms:W3CDTF">2017-09-07T02:36:35Z</dcterms:created>
  <dcterms:modified xsi:type="dcterms:W3CDTF">2026-06-09T08:13:19Z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