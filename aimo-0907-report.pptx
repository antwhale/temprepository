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58" r:id="rId5"/>
    <p:sldId id="259" r:id="rId6"/>
    <p:sldId id="271" r:id="rId7"/>
    <p:sldId id="272" r:id="rId8"/>
    <p:sldId id="273" r:id="rId9"/>
    <p:sldId id="262" r:id="rId10"/>
    <p:sldId id="274" r:id="rId11"/>
    <p:sldId id="275" r:id="rId12"/>
    <p:sldId id="276" r:id="rId13"/>
    <p:sldId id="277" r:id="rId14"/>
    <p:sldId id="26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273" autoAdjust="0"/>
  </p:normalViewPr>
  <p:slideViewPr>
    <p:cSldViewPr snapToGrid="0" snapToObjects="1">
      <p:cViewPr varScale="1">
        <p:scale>
          <a:sx n="90" d="100"/>
          <a:sy n="90" d="100"/>
        </p:scale>
        <p:origin x="22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031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 Rewriter</a:t>
            </a:r>
            <a:r>
              <a:rPr lang="ko-KR" altLang="en-US" dirty="0"/>
              <a:t>는 사용자의 질문과 시스템의 답변을 </a:t>
            </a:r>
            <a:r>
              <a:rPr lang="en-US" altLang="ko-KR" dirty="0"/>
              <a:t>3</a:t>
            </a:r>
            <a:r>
              <a:rPr lang="ko-KR" altLang="en-US" dirty="0"/>
              <a:t>턴 저장하고</a:t>
            </a:r>
            <a:endParaRPr lang="en-US" altLang="ko-KR" dirty="0"/>
          </a:p>
          <a:p>
            <a:r>
              <a:rPr lang="ko-KR" altLang="en-US" dirty="0"/>
              <a:t>대화내역을 기반으로 사용자의 질문을 재구성하는 역할을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Query Rewriter</a:t>
            </a:r>
            <a:r>
              <a:rPr lang="ko-KR" altLang="en-US" dirty="0"/>
              <a:t>를 사용하여 사용자에게 정확한 서비스를 제공할 수 있도록 개발하였습니다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Orchestrator</a:t>
            </a:r>
            <a:r>
              <a:rPr lang="ko-KR" altLang="en-US" dirty="0"/>
              <a:t>는 사용자의 질문이 차량에 대한 질문인지 판단합니다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차량에 대한 질문이라면 </a:t>
            </a:r>
            <a:r>
              <a:rPr lang="en-US" altLang="ko-KR" dirty="0"/>
              <a:t>RAG</a:t>
            </a:r>
            <a:r>
              <a:rPr lang="ko-KR" altLang="en-US" dirty="0"/>
              <a:t>를 통해 차량 매뉴얼에 있는 정보를 활용하여 답변을 사용자에게 전달합니다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차량 매뉴얼 데이터로 답할 수 없는 차량 질문은 </a:t>
            </a:r>
            <a:r>
              <a:rPr lang="en-US" altLang="ko-KR" dirty="0"/>
              <a:t>On-Device LLM</a:t>
            </a:r>
            <a:r>
              <a:rPr lang="ko-KR" altLang="en-US" dirty="0"/>
              <a:t>을 통해서 답변을 생성합니다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차량과 관련이 없는 질문은 </a:t>
            </a:r>
            <a:r>
              <a:rPr lang="en-US" altLang="ko-KR" dirty="0"/>
              <a:t>Cloud LLM</a:t>
            </a:r>
            <a:r>
              <a:rPr lang="ko-KR" altLang="en-US" dirty="0"/>
              <a:t>을 통하여 답변을 생성합니다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사용자의 질문은 </a:t>
            </a:r>
            <a:r>
              <a:rPr lang="en-US" altLang="ko-KR" dirty="0"/>
              <a:t>STT</a:t>
            </a:r>
            <a:r>
              <a:rPr lang="ko-KR" altLang="en-US" dirty="0"/>
              <a:t>를 이용하여 </a:t>
            </a:r>
            <a:r>
              <a:rPr lang="ko-KR" altLang="en-US" dirty="0" err="1"/>
              <a:t>입력받고</a:t>
            </a:r>
            <a:r>
              <a:rPr lang="ko-KR" altLang="en-US" dirty="0"/>
              <a:t> 시스템의 답변은 </a:t>
            </a:r>
            <a:r>
              <a:rPr lang="en-US" altLang="ko-KR" dirty="0"/>
              <a:t>TTS</a:t>
            </a:r>
            <a:r>
              <a:rPr lang="ko-KR" altLang="en-US" dirty="0"/>
              <a:t>를 통해 음성으로 출력됩니다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1E91-F9B4-0E12-FCE6-02D597D3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6EECC-3A35-638A-4F23-EB8A31EFD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CEAEC-2318-F11B-8F5D-60CF2F31B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사용자의 목소리로 간편하게 차량의 상태를 제어합니다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현재는 차량 온도</a:t>
            </a:r>
            <a:r>
              <a:rPr lang="en-US" altLang="ko-KR" dirty="0"/>
              <a:t>, </a:t>
            </a:r>
            <a:r>
              <a:rPr lang="ko-KR" altLang="en-US" dirty="0"/>
              <a:t>디스플레이 밝기</a:t>
            </a:r>
            <a:r>
              <a:rPr lang="en-US" altLang="ko-KR" dirty="0"/>
              <a:t>, </a:t>
            </a:r>
            <a:r>
              <a:rPr lang="ko-KR" altLang="en-US" dirty="0"/>
              <a:t>볼륨 제어 가능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85E30-9065-5641-0009-0DE2CE939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23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3BA6-ADD7-D517-314D-DB5886AA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80BE0-58D0-080B-DDC0-FEFD8A8C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36715-C674-92C8-E265-9F7992DC7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Query</a:t>
            </a:r>
            <a:r>
              <a:rPr lang="ko-KR" altLang="en-US" dirty="0"/>
              <a:t> </a:t>
            </a:r>
            <a:r>
              <a:rPr lang="en-US" altLang="ko-KR" dirty="0"/>
              <a:t>Rewriter</a:t>
            </a:r>
            <a:r>
              <a:rPr lang="ko-KR" altLang="en-US" dirty="0"/>
              <a:t>는 과거 대화내역을 통하여 사용자의 요청을 재구성합니다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</a:t>
            </a:r>
            <a:r>
              <a:rPr lang="en-US" altLang="ko-KR" dirty="0"/>
              <a:t>Query Rewriter</a:t>
            </a:r>
            <a:r>
              <a:rPr lang="ko-KR" altLang="en-US" dirty="0"/>
              <a:t>의 기능으로 사용자의 불완전한 제어요청도 시스템에 정상적으로 입력됩니다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STT</a:t>
            </a:r>
            <a:r>
              <a:rPr lang="ko-KR" altLang="en-US" dirty="0"/>
              <a:t>를 통하여 일부 잘못 인식된 단어도 </a:t>
            </a:r>
            <a:r>
              <a:rPr lang="en-US" altLang="ko-KR" dirty="0"/>
              <a:t>Query Rewriter</a:t>
            </a:r>
            <a:r>
              <a:rPr lang="ko-KR" altLang="en-US" dirty="0"/>
              <a:t>를 통하여 올바르게 수정됩니다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Orchestrator</a:t>
            </a:r>
            <a:r>
              <a:rPr lang="ko-KR" altLang="en-US" dirty="0"/>
              <a:t>는 온도</a:t>
            </a:r>
            <a:r>
              <a:rPr lang="en-US" altLang="ko-KR" dirty="0"/>
              <a:t>, </a:t>
            </a:r>
            <a:r>
              <a:rPr lang="ko-KR" altLang="en-US" dirty="0"/>
              <a:t>밝기</a:t>
            </a:r>
            <a:r>
              <a:rPr lang="en-US" altLang="ko-KR" dirty="0"/>
              <a:t>, </a:t>
            </a:r>
            <a:r>
              <a:rPr lang="ko-KR" altLang="en-US" dirty="0"/>
              <a:t>볼륨에 대한 제어요청이 들어오면 </a:t>
            </a:r>
            <a:r>
              <a:rPr lang="en-US" altLang="ko-KR" dirty="0"/>
              <a:t>AIDL</a:t>
            </a:r>
            <a:r>
              <a:rPr lang="ko-KR" altLang="en-US" dirty="0"/>
              <a:t> 서비스를 통하여 차량상태를 제어합니다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차량제어가 완료되었다는 문구를 </a:t>
            </a:r>
            <a:r>
              <a:rPr lang="en-US" altLang="ko-KR" dirty="0"/>
              <a:t>On-Device LLM</a:t>
            </a:r>
            <a:r>
              <a:rPr lang="ko-KR" altLang="en-US" dirty="0"/>
              <a:t>을 통하여 생성합니다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29BFE-9677-EDD0-7875-BA0F100B3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15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F3B6-15A6-7139-7603-D7D0FB24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45638-BE9E-A449-02AA-4556728F3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AF3D-F6C3-148F-DD6A-9FF24749E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BB9C1-11CE-AA4E-D58F-209BE89F1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32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ko-KR" altLang="en-US" dirty="0"/>
              <a:t>너무 어두워</a:t>
            </a:r>
            <a:r>
              <a:rPr lang="en-US" dirty="0"/>
              <a:t>” </a:t>
            </a:r>
            <a:r>
              <a:rPr lang="ko-KR" altLang="en-US" dirty="0"/>
              <a:t>라는 요청도 </a:t>
            </a:r>
            <a:r>
              <a:rPr lang="en-US" altLang="ko-KR" dirty="0"/>
              <a:t>Orchestrator</a:t>
            </a:r>
            <a:r>
              <a:rPr lang="ko-KR" altLang="en-US" dirty="0"/>
              <a:t>에서 밝기를 올려달라는 요청으로 인식하고 밝기 상태를 조절합니다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B5B4-29E9-57C5-04A3-AD81CB64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37B37-F119-9BFB-1FFF-6497C76AC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1E892-6025-EE9B-5593-496DA0747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E3C43-C70E-43A0-6306-415F0E514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83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73D73-995B-5872-0BE6-D230AD66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FB005-A1A2-26EF-38DA-3BE38709D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77375-6759-E035-41B8-BB9AE06D9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AIDL </a:t>
            </a:r>
            <a:r>
              <a:rPr lang="ko-KR" altLang="en-US" dirty="0"/>
              <a:t>서비스에서 사용자의 청취이력을 조회한다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dirty="0"/>
              <a:t>Music Router</a:t>
            </a:r>
            <a:r>
              <a:rPr lang="ko-KR" altLang="en-US" dirty="0"/>
              <a:t>에서 노래 추천방식을 결정합니다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사용자의 요청이 명시적인 가수나 장르 요청이라면 해당 곡들을 추천합니다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사용자의 요청이 불분명하거나 명시적인 곡의 요청이 아니라면 사용자의 청취이력을 바탕으로 곡을 추천합니다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Music Router</a:t>
            </a:r>
            <a:r>
              <a:rPr lang="ko-KR" altLang="en-US" dirty="0"/>
              <a:t>에서 결정한 추천방식을 기반으로 </a:t>
            </a:r>
            <a:r>
              <a:rPr lang="en-US" altLang="ko-KR" dirty="0"/>
              <a:t>Cloud LLM</a:t>
            </a:r>
            <a:r>
              <a:rPr lang="ko-KR" altLang="en-US" dirty="0"/>
              <a:t>을 사용하여 노래 추천이유를 생성합니다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추천이유를 생성하여 사용자에게 보여줌으로써 노래추천서비스의 신뢰도를 높일 수 있을 것으로 기대됩니다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노래 추천 이유는 추천 곡들을 사용자에게 보여주면서 </a:t>
            </a:r>
            <a:r>
              <a:rPr lang="en-US" altLang="ko-KR" dirty="0"/>
              <a:t>TTS</a:t>
            </a:r>
            <a:r>
              <a:rPr lang="ko-KR" altLang="en-US" dirty="0"/>
              <a:t>로 음성 출력됩니다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12C39-E126-5595-15FB-BA8C7E2E8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33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D0B8-D500-B5B2-CB19-78AA36A2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0934F-0A9A-EF16-33CB-051A36544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D88E5-4408-07DA-6C39-4EF2E51E9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8576-4493-68CC-5956-9368C2DBB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48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B14E-3744-119E-CE3A-2387E8B0D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23847-8995-546F-DEAC-E8F7D2722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75970-6BB9-976A-C4FF-FF58EEE0A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 오는 날 듣기 좋은 노래를 추천할 때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단순하게 </a:t>
            </a:r>
            <a:r>
              <a:rPr lang="en-US" dirty="0"/>
              <a:t>Spotify</a:t>
            </a:r>
            <a:r>
              <a:rPr lang="ko-KR" altLang="en-US" dirty="0"/>
              <a:t>에서 비 오는 날에 많이 듣는 노래들을 추천합니다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아직 개인화</a:t>
            </a:r>
            <a:r>
              <a:rPr lang="en-US" altLang="ko-KR" dirty="0"/>
              <a:t>DB</a:t>
            </a:r>
            <a:r>
              <a:rPr lang="ko-KR" altLang="en-US" dirty="0"/>
              <a:t>에 날씨에 따른 청취이력은 </a:t>
            </a:r>
            <a:r>
              <a:rPr lang="ko-KR" altLang="en-US" dirty="0" err="1"/>
              <a:t>존재안함</a:t>
            </a:r>
            <a:r>
              <a:rPr lang="en-US" altLang="ko-KR" dirty="0"/>
              <a:t>)</a:t>
            </a:r>
          </a:p>
          <a:p>
            <a:endParaRPr lang="en-US" dirty="0"/>
          </a:p>
          <a:p>
            <a:r>
              <a:rPr lang="en-US" altLang="ko-KR" dirty="0"/>
              <a:t>“</a:t>
            </a:r>
            <a:r>
              <a:rPr lang="ko-KR" altLang="en-US" dirty="0"/>
              <a:t>노래 추천해줘</a:t>
            </a:r>
            <a:r>
              <a:rPr lang="en-US" altLang="ko-KR" dirty="0"/>
              <a:t>”</a:t>
            </a:r>
            <a:r>
              <a:rPr lang="ko-KR" altLang="en-US" dirty="0"/>
              <a:t>처럼 특정한 목적이 드러나지 않는 요청에는</a:t>
            </a:r>
            <a:endParaRPr lang="en-US" altLang="ko-KR" dirty="0"/>
          </a:p>
          <a:p>
            <a:r>
              <a:rPr lang="ko-KR" altLang="en-US" dirty="0"/>
              <a:t>사용자의 최근 청취이력을 조회하여 해당 데이터를 바탕으로 사용자가 좋아할만한 곡을 추천합니다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(Cloud LLM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297EC-7387-685A-1BEE-18577B788B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56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20">
            <a:extLst>
              <a:ext uri="{FF2B5EF4-FFF2-40B4-BE49-F238E27FC236}">
                <a16:creationId xmlns:a16="http://schemas.microsoft.com/office/drawing/2014/main" id="{A177ED78-69E9-3C33-0DBA-D915422C2A04}"/>
              </a:ext>
            </a:extLst>
          </p:cNvPr>
          <p:cNvSpPr/>
          <p:nvPr/>
        </p:nvSpPr>
        <p:spPr>
          <a:xfrm>
            <a:off x="5985250" y="2252708"/>
            <a:ext cx="5324049" cy="3029367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-1"/>
            <a:ext cx="812780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0" dirty="0"/>
          </a:p>
        </p:txBody>
      </p:sp>
      <p:sp>
        <p:nvSpPr>
          <p:cNvPr id="5" name="Text 3"/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24517" y="6480810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75939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8283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00627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129723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316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37661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50005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62349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746943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87038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99383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11727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24071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58952" y="1781091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50" kern="0" spc="3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2beone Solutions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" y="3228541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Vehicle Control</a:t>
            </a: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B0E6D0D2-D74E-6723-5167-19C008ED2A78}"/>
              </a:ext>
            </a:extLst>
          </p:cNvPr>
          <p:cNvSpPr/>
          <p:nvPr/>
        </p:nvSpPr>
        <p:spPr>
          <a:xfrm>
            <a:off x="758952" y="2262685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Vehicle Q&amp;A</a:t>
            </a: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F77C7784-2F23-92EC-583A-79C9FB343BA4}"/>
              </a:ext>
            </a:extLst>
          </p:cNvPr>
          <p:cNvSpPr/>
          <p:nvPr/>
        </p:nvSpPr>
        <p:spPr>
          <a:xfrm>
            <a:off x="758952" y="419439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Live AI DJ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DBF2A63-4EC0-9EEB-1427-5AFC622BC7A7}"/>
              </a:ext>
            </a:extLst>
          </p:cNvPr>
          <p:cNvSpPr/>
          <p:nvPr/>
        </p:nvSpPr>
        <p:spPr>
          <a:xfrm>
            <a:off x="6203147" y="2468540"/>
            <a:ext cx="4859264" cy="2606311"/>
          </a:xfrm>
          <a:prstGeom prst="roundRect">
            <a:avLst>
              <a:gd name="adj" fmla="val 6195"/>
            </a:avLst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559" cy="27432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0" dirty="0"/>
          </a:p>
        </p:txBody>
      </p:sp>
      <p:sp>
        <p:nvSpPr>
          <p:cNvPr id="5" name="Text 3"/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	Characteristic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3594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747961" y="6480810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8283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00627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129723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316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37661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50005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62349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746943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87038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99383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11727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24071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58952" y="787908"/>
            <a:ext cx="10673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 Q&amp;A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58952" y="2796540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58952" y="29428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07592" y="29245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</a:t>
            </a:r>
            <a:r>
              <a:rPr lang="ko-KR" alt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음성인식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07591" y="3272028"/>
            <a:ext cx="4664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질문을 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Speech-to-text</a:t>
            </a: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텍스트화 합니다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12103" y="2796540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12103" y="29428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60743" y="29245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Semantic Router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60743" y="32720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 질문의 맥락을 이해하여 차량데이터 제공 여부 결정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" y="4344923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8952" y="449122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07592" y="447293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On-Device LLM</a:t>
            </a:r>
            <a:endParaRPr lang="en-US" altLang="ko-KR" sz="1700" dirty="0"/>
          </a:p>
        </p:txBody>
      </p:sp>
      <p:sp>
        <p:nvSpPr>
          <p:cNvPr id="33" name="Text 31"/>
          <p:cNvSpPr/>
          <p:nvPr/>
        </p:nvSpPr>
        <p:spPr>
          <a:xfrm>
            <a:off x="1307592" y="4820411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On-Device LLM</a:t>
            </a: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사용자에게 차량 데이터를 제공합니다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300" dirty="0"/>
          </a:p>
        </p:txBody>
      </p:sp>
      <p:sp>
        <p:nvSpPr>
          <p:cNvPr id="35" name="Text 33"/>
          <p:cNvSpPr/>
          <p:nvPr/>
        </p:nvSpPr>
        <p:spPr>
          <a:xfrm>
            <a:off x="758952" y="1418844"/>
            <a:ext cx="10038285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2200" b="1" kern="0" spc="-50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맥락</a:t>
            </a:r>
            <a:r>
              <a:rPr lang="ko-KR" altLang="en-US" sz="2200" b="1" kern="0" spc="-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이해하고</a:t>
            </a:r>
            <a:r>
              <a:rPr lang="ko-KR" altLang="en-US" sz="2200" b="1" kern="0" spc="-50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2200" b="1" kern="0" spc="-50" dirty="0">
              <a:solidFill>
                <a:srgbClr val="FFB0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2200" b="1" kern="0" spc="-50" dirty="0">
                <a:solidFill>
                  <a:srgbClr val="22D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On-Device LLM</a:t>
            </a:r>
            <a:r>
              <a:rPr lang="ko-KR" altLang="en-US" sz="2200" b="1" kern="0" spc="-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기반으로 </a:t>
            </a:r>
            <a:r>
              <a:rPr lang="ko-KR" altLang="en-US" sz="2200" b="1" kern="0" spc="-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차량데이터</a:t>
            </a:r>
            <a:r>
              <a:rPr lang="ko-KR" alt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 제공합니다</a:t>
            </a:r>
            <a:endParaRPr lang="en-US" sz="2200" dirty="0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0D778409-B82C-8DD2-EAEC-74F173F1264B}"/>
              </a:ext>
            </a:extLst>
          </p:cNvPr>
          <p:cNvSpPr/>
          <p:nvPr/>
        </p:nvSpPr>
        <p:spPr>
          <a:xfrm>
            <a:off x="6312103" y="4343369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F2D3F090-7607-C54D-6784-3F303201CC4E}"/>
              </a:ext>
            </a:extLst>
          </p:cNvPr>
          <p:cNvSpPr/>
          <p:nvPr/>
        </p:nvSpPr>
        <p:spPr>
          <a:xfrm>
            <a:off x="6312103" y="446379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1E192A50-5488-5BAA-E390-D596D417337D}"/>
              </a:ext>
            </a:extLst>
          </p:cNvPr>
          <p:cNvSpPr/>
          <p:nvPr/>
        </p:nvSpPr>
        <p:spPr>
          <a:xfrm>
            <a:off x="6860743" y="4445507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출력</a:t>
            </a:r>
            <a:endParaRPr lang="en-US" sz="1700" dirty="0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CBE80374-6163-563A-6A72-DE80BFD40157}"/>
              </a:ext>
            </a:extLst>
          </p:cNvPr>
          <p:cNvSpPr/>
          <p:nvPr/>
        </p:nvSpPr>
        <p:spPr>
          <a:xfrm>
            <a:off x="6860743" y="4792979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질문에 대한 답변을 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Text-to-speech</a:t>
            </a: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사용하여 음성으로 출력합니다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40E2B6E0-4768-0884-5E4C-724932C0F1F4}"/>
              </a:ext>
            </a:extLst>
          </p:cNvPr>
          <p:cNvSpPr/>
          <p:nvPr/>
        </p:nvSpPr>
        <p:spPr>
          <a:xfrm>
            <a:off x="0" y="-1"/>
            <a:ext cx="1625559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-1"/>
            <a:ext cx="2247900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0" dirty="0"/>
          </a:p>
        </p:txBody>
      </p:sp>
      <p:sp>
        <p:nvSpPr>
          <p:cNvPr id="5" name="Text 3"/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Composition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35947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759391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006279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3167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376611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500055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623499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746943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870387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993831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117275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240719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 Q&amp;A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모듈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58952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78136" y="238348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Rewriter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8952" y="291038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대화 히스토리를 기반으로</a:t>
            </a:r>
            <a:endParaRPr lang="en-US" altLang="ko-KR" sz="1400" dirty="0">
              <a:solidFill>
                <a:srgbClr val="8BA095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질문을 재구성합니다</a:t>
            </a:r>
            <a:r>
              <a:rPr lang="en-US" altLang="ko-KR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69282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79613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AB483312-1C07-227D-AA10-A970FE3B3568}"/>
              </a:ext>
            </a:extLst>
          </p:cNvPr>
          <p:cNvSpPr/>
          <p:nvPr/>
        </p:nvSpPr>
        <p:spPr>
          <a:xfrm>
            <a:off x="758952" y="238348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64918BCF-CA98-01E8-91B6-3CE3DF90DDF1}"/>
              </a:ext>
            </a:extLst>
          </p:cNvPr>
          <p:cNvSpPr/>
          <p:nvPr/>
        </p:nvSpPr>
        <p:spPr>
          <a:xfrm>
            <a:off x="4875926" y="237744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Orchestrator</a:t>
            </a:r>
            <a:endParaRPr lang="en-US" sz="22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3AE1905C-2561-C7F8-CC56-2F311C3DF1E6}"/>
              </a:ext>
            </a:extLst>
          </p:cNvPr>
          <p:cNvSpPr/>
          <p:nvPr/>
        </p:nvSpPr>
        <p:spPr>
          <a:xfrm>
            <a:off x="4556742" y="290434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질문이 차량에 대한 질문인지</a:t>
            </a:r>
            <a:endParaRPr lang="en-US" altLang="ko-KR" sz="1400" dirty="0">
              <a:solidFill>
                <a:srgbClr val="8BA095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판단</a:t>
            </a:r>
            <a:endParaRPr lang="en-US" sz="1400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5E2EA1FB-A368-C58F-BB36-AA49E9282EF1}"/>
              </a:ext>
            </a:extLst>
          </p:cNvPr>
          <p:cNvSpPr/>
          <p:nvPr/>
        </p:nvSpPr>
        <p:spPr>
          <a:xfrm>
            <a:off x="4556742" y="237744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4FF37E81-7DD8-7515-E56C-4600D64F66DD}"/>
              </a:ext>
            </a:extLst>
          </p:cNvPr>
          <p:cNvSpPr/>
          <p:nvPr/>
        </p:nvSpPr>
        <p:spPr>
          <a:xfrm>
            <a:off x="8641212" y="238348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RAG</a:t>
            </a:r>
            <a:endParaRPr lang="en-US" sz="2200" dirty="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93A055D4-94ED-B5E1-74B3-9D762A70F3EB}"/>
              </a:ext>
            </a:extLst>
          </p:cNvPr>
          <p:cNvSpPr/>
          <p:nvPr/>
        </p:nvSpPr>
        <p:spPr>
          <a:xfrm>
            <a:off x="8322028" y="291038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차량 매뉴얼 및 웹 매뉴얼 검색</a:t>
            </a:r>
            <a:endParaRPr lang="en-US" altLang="ko-KR" sz="1400" dirty="0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7E4CFF71-1D6F-362A-F87F-739D308CB22D}"/>
              </a:ext>
            </a:extLst>
          </p:cNvPr>
          <p:cNvSpPr/>
          <p:nvPr/>
        </p:nvSpPr>
        <p:spPr>
          <a:xfrm>
            <a:off x="8322028" y="238348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62" name="Shape 20">
            <a:extLst>
              <a:ext uri="{FF2B5EF4-FFF2-40B4-BE49-F238E27FC236}">
                <a16:creationId xmlns:a16="http://schemas.microsoft.com/office/drawing/2014/main" id="{AD7AB9A8-48BD-5B8F-CACB-52CD9F309212}"/>
              </a:ext>
            </a:extLst>
          </p:cNvPr>
          <p:cNvSpPr/>
          <p:nvPr/>
        </p:nvSpPr>
        <p:spPr>
          <a:xfrm>
            <a:off x="749520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4126CB1C-A90E-8157-113A-638A0E0D6046}"/>
              </a:ext>
            </a:extLst>
          </p:cNvPr>
          <p:cNvSpPr/>
          <p:nvPr/>
        </p:nvSpPr>
        <p:spPr>
          <a:xfrm>
            <a:off x="1068704" y="425219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On-Device</a:t>
            </a:r>
            <a:r>
              <a:rPr lang="ko-KR" alt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LLM</a:t>
            </a:r>
            <a:endParaRPr lang="en-US" altLang="ko-KR" sz="22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614F3B05-B635-BC9C-7DFA-1C7780D9D34B}"/>
              </a:ext>
            </a:extLst>
          </p:cNvPr>
          <p:cNvSpPr/>
          <p:nvPr/>
        </p:nvSpPr>
        <p:spPr>
          <a:xfrm>
            <a:off x="749520" y="477909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사용자에게 제공할 답변 생성</a:t>
            </a:r>
            <a:endParaRPr lang="en-US" altLang="ko-KR" sz="14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84711E1B-D1E9-4ECD-7E90-7BFE57AE5EBD}"/>
              </a:ext>
            </a:extLst>
          </p:cNvPr>
          <p:cNvSpPr/>
          <p:nvPr/>
        </p:nvSpPr>
        <p:spPr>
          <a:xfrm>
            <a:off x="4459850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D9284F50-5677-7CC5-8758-0754EA81D189}"/>
              </a:ext>
            </a:extLst>
          </p:cNvPr>
          <p:cNvSpPr/>
          <p:nvPr/>
        </p:nvSpPr>
        <p:spPr>
          <a:xfrm>
            <a:off x="8170181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D0BFC6B3-D868-6B3B-E9E8-987A934B148B}"/>
              </a:ext>
            </a:extLst>
          </p:cNvPr>
          <p:cNvSpPr/>
          <p:nvPr/>
        </p:nvSpPr>
        <p:spPr>
          <a:xfrm>
            <a:off x="749520" y="425219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6BCDB7BC-C6A0-1BB5-C259-5A5BF0E40FA1}"/>
              </a:ext>
            </a:extLst>
          </p:cNvPr>
          <p:cNvSpPr/>
          <p:nvPr/>
        </p:nvSpPr>
        <p:spPr>
          <a:xfrm>
            <a:off x="4866494" y="424615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Cloud LLM</a:t>
            </a:r>
            <a:endParaRPr lang="en-US" sz="2200" dirty="0"/>
          </a:p>
        </p:txBody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D7AF9A2D-E4C6-4747-6F54-BFDBED440D00}"/>
              </a:ext>
            </a:extLst>
          </p:cNvPr>
          <p:cNvSpPr/>
          <p:nvPr/>
        </p:nvSpPr>
        <p:spPr>
          <a:xfrm>
            <a:off x="4547310" y="477305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차량과 관련 없는 질문 답변 생성</a:t>
            </a:r>
            <a:endParaRPr lang="en-US" sz="1400" dirty="0"/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7BC1147E-7770-DDFE-A005-A9581F0F1BAC}"/>
              </a:ext>
            </a:extLst>
          </p:cNvPr>
          <p:cNvSpPr/>
          <p:nvPr/>
        </p:nvSpPr>
        <p:spPr>
          <a:xfrm>
            <a:off x="4547310" y="424615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704BA2AB-7695-AAC8-F035-382AABE86088}"/>
              </a:ext>
            </a:extLst>
          </p:cNvPr>
          <p:cNvSpPr/>
          <p:nvPr/>
        </p:nvSpPr>
        <p:spPr>
          <a:xfrm>
            <a:off x="8631780" y="425219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STT/TTS</a:t>
            </a:r>
            <a:endParaRPr lang="en-US" sz="2200" dirty="0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35AE2CF5-49DE-488E-1540-6AAFA2BAEB5B}"/>
              </a:ext>
            </a:extLst>
          </p:cNvPr>
          <p:cNvSpPr/>
          <p:nvPr/>
        </p:nvSpPr>
        <p:spPr>
          <a:xfrm>
            <a:off x="8312596" y="477909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음성 대화 서비스 제공</a:t>
            </a:r>
            <a:r>
              <a:rPr lang="en-US" altLang="ko-KR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400" dirty="0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DADA53B5-3A91-13A2-E36F-A186793AAD42}"/>
              </a:ext>
            </a:extLst>
          </p:cNvPr>
          <p:cNvSpPr/>
          <p:nvPr/>
        </p:nvSpPr>
        <p:spPr>
          <a:xfrm>
            <a:off x="8312596" y="425219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86" name="Shape 8">
            <a:extLst>
              <a:ext uri="{FF2B5EF4-FFF2-40B4-BE49-F238E27FC236}">
                <a16:creationId xmlns:a16="http://schemas.microsoft.com/office/drawing/2014/main" id="{97DEE3B6-643C-BDD1-62CB-F225D33942FE}"/>
              </a:ext>
            </a:extLst>
          </p:cNvPr>
          <p:cNvSpPr/>
          <p:nvPr/>
        </p:nvSpPr>
        <p:spPr>
          <a:xfrm>
            <a:off x="9865252" y="6486568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7">
            <a:extLst>
              <a:ext uri="{FF2B5EF4-FFF2-40B4-BE49-F238E27FC236}">
                <a16:creationId xmlns:a16="http://schemas.microsoft.com/office/drawing/2014/main" id="{1A8B16B4-35D0-225F-E598-C00A6DC735CD}"/>
              </a:ext>
            </a:extLst>
          </p:cNvPr>
          <p:cNvSpPr/>
          <p:nvPr/>
        </p:nvSpPr>
        <p:spPr>
          <a:xfrm>
            <a:off x="10115549" y="6497998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flipV="1">
            <a:off x="0" y="-7620"/>
            <a:ext cx="3200400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7000" dirty="0"/>
          </a:p>
        </p:txBody>
      </p:sp>
      <p:sp>
        <p:nvSpPr>
          <p:cNvPr id="5" name="Text 3"/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Sequence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 Q&amp;A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흐름</a:t>
            </a:r>
            <a:endParaRPr lang="en-US" sz="3000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517D523-7827-447E-F701-99CA47FDC615}"/>
              </a:ext>
            </a:extLst>
          </p:cNvPr>
          <p:cNvGrpSpPr/>
          <p:nvPr/>
        </p:nvGrpSpPr>
        <p:grpSpPr>
          <a:xfrm>
            <a:off x="397491" y="2880906"/>
            <a:ext cx="1645521" cy="1577340"/>
            <a:chOff x="552762" y="2880906"/>
            <a:chExt cx="1645521" cy="1577340"/>
          </a:xfrm>
        </p:grpSpPr>
        <p:sp>
          <p:nvSpPr>
            <p:cNvPr id="68" name="Shape 26">
              <a:extLst>
                <a:ext uri="{FF2B5EF4-FFF2-40B4-BE49-F238E27FC236}">
                  <a16:creationId xmlns:a16="http://schemas.microsoft.com/office/drawing/2014/main" id="{688D64A5-EB5A-7994-16BB-747F81C5C5C2}"/>
                </a:ext>
              </a:extLst>
            </p:cNvPr>
            <p:cNvSpPr/>
            <p:nvPr/>
          </p:nvSpPr>
          <p:spPr>
            <a:xfrm>
              <a:off x="552762" y="2880906"/>
              <a:ext cx="1645521" cy="1577340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757578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57577" y="3278977"/>
              <a:ext cx="1344911" cy="541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STT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(Speech-to-text)</a:t>
              </a:r>
              <a:endParaRPr lang="en-US" sz="1300" dirty="0"/>
            </a:p>
          </p:txBody>
        </p:sp>
        <p:sp>
          <p:nvSpPr>
            <p:cNvPr id="50" name="Text 23">
              <a:extLst>
                <a:ext uri="{FF2B5EF4-FFF2-40B4-BE49-F238E27FC236}">
                  <a16:creationId xmlns:a16="http://schemas.microsoft.com/office/drawing/2014/main" id="{F1DC766A-6458-8B82-8B25-87A35C415BF3}"/>
                </a:ext>
              </a:extLst>
            </p:cNvPr>
            <p:cNvSpPr/>
            <p:nvPr/>
          </p:nvSpPr>
          <p:spPr>
            <a:xfrm>
              <a:off x="757579" y="3601298"/>
              <a:ext cx="1078192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질문 인식</a:t>
              </a:r>
              <a:endParaRPr lang="en-US" sz="1000" dirty="0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4D3A943E-F346-47A1-C06B-DB42B0A13C04}"/>
              </a:ext>
            </a:extLst>
          </p:cNvPr>
          <p:cNvGrpSpPr/>
          <p:nvPr/>
        </p:nvGrpSpPr>
        <p:grpSpPr>
          <a:xfrm>
            <a:off x="2343101" y="2852320"/>
            <a:ext cx="1645521" cy="1605925"/>
            <a:chOff x="2563109" y="2852320"/>
            <a:chExt cx="1645521" cy="1605925"/>
          </a:xfrm>
        </p:grpSpPr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4182BA75-524E-E22E-7DA8-850EC8354922}"/>
                </a:ext>
              </a:extLst>
            </p:cNvPr>
            <p:cNvSpPr/>
            <p:nvPr/>
          </p:nvSpPr>
          <p:spPr>
            <a:xfrm>
              <a:off x="2563109" y="2852320"/>
              <a:ext cx="1645521" cy="1601243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2744029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744029" y="3278977"/>
              <a:ext cx="13342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Query Rewriter</a:t>
              </a:r>
              <a:endParaRPr lang="en-US" sz="1300" dirty="0"/>
            </a:p>
          </p:txBody>
        </p:sp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D7E39F11-DDE1-E6E0-8502-4ED76F9A32C3}"/>
                </a:ext>
              </a:extLst>
            </p:cNvPr>
            <p:cNvSpPr/>
            <p:nvPr/>
          </p:nvSpPr>
          <p:spPr>
            <a:xfrm>
              <a:off x="2744029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질문 재구성</a:t>
              </a:r>
              <a:endParaRPr lang="en-US" sz="1000" dirty="0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FBB54CE5-03F7-45C4-F9E3-A019E88F2D28}"/>
              </a:ext>
            </a:extLst>
          </p:cNvPr>
          <p:cNvGrpSpPr/>
          <p:nvPr/>
        </p:nvGrpSpPr>
        <p:grpSpPr>
          <a:xfrm>
            <a:off x="4288711" y="2880906"/>
            <a:ext cx="1645521" cy="1577339"/>
            <a:chOff x="4589384" y="2880906"/>
            <a:chExt cx="1645521" cy="1577339"/>
          </a:xfrm>
        </p:grpSpPr>
        <p:sp>
          <p:nvSpPr>
            <p:cNvPr id="97" name="Shape 26">
              <a:extLst>
                <a:ext uri="{FF2B5EF4-FFF2-40B4-BE49-F238E27FC236}">
                  <a16:creationId xmlns:a16="http://schemas.microsoft.com/office/drawing/2014/main" id="{43F592E0-2B1B-3B57-94C4-1047E75D9843}"/>
                </a:ext>
              </a:extLst>
            </p:cNvPr>
            <p:cNvSpPr/>
            <p:nvPr/>
          </p:nvSpPr>
          <p:spPr>
            <a:xfrm>
              <a:off x="4589384" y="2880906"/>
              <a:ext cx="1645521" cy="1577339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4743971" y="3278977"/>
              <a:ext cx="1078192" cy="3829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Orchestrator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 23">
              <a:extLst>
                <a:ext uri="{FF2B5EF4-FFF2-40B4-BE49-F238E27FC236}">
                  <a16:creationId xmlns:a16="http://schemas.microsoft.com/office/drawing/2014/main" id="{2A0FE60D-EDAF-5AA1-8017-4088A27D3DD1}"/>
                </a:ext>
              </a:extLst>
            </p:cNvPr>
            <p:cNvSpPr/>
            <p:nvPr/>
          </p:nvSpPr>
          <p:spPr>
            <a:xfrm>
              <a:off x="4753284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1106EE85-DE58-7C5A-B8F8-BCA5990F5BF6}"/>
                </a:ext>
              </a:extLst>
            </p:cNvPr>
            <p:cNvSpPr/>
            <p:nvPr/>
          </p:nvSpPr>
          <p:spPr>
            <a:xfrm>
              <a:off x="4734657" y="3601298"/>
              <a:ext cx="132844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질문 의도 파악</a:t>
              </a:r>
              <a:endParaRPr lang="en-US" sz="10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505C96CF-F498-79B6-5517-2BB10638B4D1}"/>
              </a:ext>
            </a:extLst>
          </p:cNvPr>
          <p:cNvGrpSpPr/>
          <p:nvPr/>
        </p:nvGrpSpPr>
        <p:grpSpPr>
          <a:xfrm>
            <a:off x="6234321" y="2862973"/>
            <a:ext cx="1645521" cy="1595272"/>
            <a:chOff x="6612703" y="2862973"/>
            <a:chExt cx="1645521" cy="1595272"/>
          </a:xfrm>
        </p:grpSpPr>
        <p:sp>
          <p:nvSpPr>
            <p:cNvPr id="89" name="Shape 26">
              <a:extLst>
                <a:ext uri="{FF2B5EF4-FFF2-40B4-BE49-F238E27FC236}">
                  <a16:creationId xmlns:a16="http://schemas.microsoft.com/office/drawing/2014/main" id="{DDA8FD70-F0AD-EA52-793B-743A53925C39}"/>
                </a:ext>
              </a:extLst>
            </p:cNvPr>
            <p:cNvSpPr/>
            <p:nvPr/>
          </p:nvSpPr>
          <p:spPr>
            <a:xfrm>
              <a:off x="6612703" y="2862973"/>
              <a:ext cx="1645521" cy="159527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6799278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04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799278" y="3278977"/>
              <a:ext cx="107819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RAG</a:t>
              </a:r>
              <a:endParaRPr lang="en-US" sz="1300" dirty="0"/>
            </a:p>
          </p:txBody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89109A08-8B08-B0D0-71AB-5751D8A4DF71}"/>
                </a:ext>
              </a:extLst>
            </p:cNvPr>
            <p:cNvSpPr/>
            <p:nvPr/>
          </p:nvSpPr>
          <p:spPr>
            <a:xfrm>
              <a:off x="6780648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차량 매뉴얼 검색</a:t>
              </a:r>
              <a:endParaRPr lang="en-US" sz="1000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7B5B700-661B-104A-7FAB-05FE4A98CD49}"/>
              </a:ext>
            </a:extLst>
          </p:cNvPr>
          <p:cNvGrpSpPr/>
          <p:nvPr/>
        </p:nvGrpSpPr>
        <p:grpSpPr>
          <a:xfrm>
            <a:off x="8179931" y="2834943"/>
            <a:ext cx="1645521" cy="1623302"/>
            <a:chOff x="8444799" y="2834943"/>
            <a:chExt cx="1645521" cy="1623302"/>
          </a:xfrm>
        </p:grpSpPr>
        <p:sp>
          <p:nvSpPr>
            <p:cNvPr id="91" name="Shape 26">
              <a:extLst>
                <a:ext uri="{FF2B5EF4-FFF2-40B4-BE49-F238E27FC236}">
                  <a16:creationId xmlns:a16="http://schemas.microsoft.com/office/drawing/2014/main" id="{EE82A13B-FEB6-F9EA-0CF2-CC2E8BAC5363}"/>
                </a:ext>
              </a:extLst>
            </p:cNvPr>
            <p:cNvSpPr/>
            <p:nvPr/>
          </p:nvSpPr>
          <p:spPr>
            <a:xfrm>
              <a:off x="8444799" y="2834943"/>
              <a:ext cx="1645521" cy="162330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8699633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05</a:t>
              </a:r>
              <a:endParaRPr lang="en-US" sz="12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699632" y="3278977"/>
              <a:ext cx="1163851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On-Device LLM</a:t>
              </a:r>
              <a:endParaRPr lang="en-US" sz="1300" dirty="0"/>
            </a:p>
          </p:txBody>
        </p:sp>
        <p:sp>
          <p:nvSpPr>
            <p:cNvPr id="60" name="Text 23">
              <a:extLst>
                <a:ext uri="{FF2B5EF4-FFF2-40B4-BE49-F238E27FC236}">
                  <a16:creationId xmlns:a16="http://schemas.microsoft.com/office/drawing/2014/main" id="{19B211D8-AE17-64B5-C79D-734639D9993E}"/>
                </a:ext>
              </a:extLst>
            </p:cNvPr>
            <p:cNvSpPr/>
            <p:nvPr/>
          </p:nvSpPr>
          <p:spPr>
            <a:xfrm>
              <a:off x="8671687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답변 생성</a:t>
              </a:r>
              <a:endParaRPr lang="en-US" sz="1000" dirty="0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16321EC-F07A-9679-669B-4ED0F0B7429D}"/>
              </a:ext>
            </a:extLst>
          </p:cNvPr>
          <p:cNvGrpSpPr/>
          <p:nvPr/>
        </p:nvGrpSpPr>
        <p:grpSpPr>
          <a:xfrm>
            <a:off x="10125542" y="2820313"/>
            <a:ext cx="1645521" cy="1637932"/>
            <a:chOff x="10280813" y="2820313"/>
            <a:chExt cx="1645521" cy="1637932"/>
          </a:xfrm>
        </p:grpSpPr>
        <p:sp>
          <p:nvSpPr>
            <p:cNvPr id="93" name="Shape 26">
              <a:extLst>
                <a:ext uri="{FF2B5EF4-FFF2-40B4-BE49-F238E27FC236}">
                  <a16:creationId xmlns:a16="http://schemas.microsoft.com/office/drawing/2014/main" id="{69174D79-988D-6DC7-9036-C32FEE6B105D}"/>
                </a:ext>
              </a:extLst>
            </p:cNvPr>
            <p:cNvSpPr/>
            <p:nvPr/>
          </p:nvSpPr>
          <p:spPr>
            <a:xfrm>
              <a:off x="10280813" y="2820313"/>
              <a:ext cx="1645521" cy="163793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10447925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06</a:t>
              </a:r>
              <a:endParaRPr lang="en-US" sz="12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0447924" y="3278977"/>
              <a:ext cx="1370251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</a:rPr>
                <a:t>TTS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</a:rPr>
                <a:t>(Text-to-speech)</a:t>
              </a:r>
              <a:endParaRPr lang="en-US" sz="1300" dirty="0"/>
            </a:p>
          </p:txBody>
        </p:sp>
        <p:sp>
          <p:nvSpPr>
            <p:cNvPr id="62" name="Text 23">
              <a:extLst>
                <a:ext uri="{FF2B5EF4-FFF2-40B4-BE49-F238E27FC236}">
                  <a16:creationId xmlns:a16="http://schemas.microsoft.com/office/drawing/2014/main" id="{05ED267D-499A-CFF4-6E4B-8685E3C0EDC1}"/>
                </a:ext>
              </a:extLst>
            </p:cNvPr>
            <p:cNvSpPr/>
            <p:nvPr/>
          </p:nvSpPr>
          <p:spPr>
            <a:xfrm>
              <a:off x="10532085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답변 음성 출력</a:t>
              </a:r>
              <a:endParaRPr lang="en-US" sz="1000" dirty="0"/>
            </a:p>
          </p:txBody>
        </p:sp>
      </p:grpSp>
      <p:sp>
        <p:nvSpPr>
          <p:cNvPr id="64" name="Text 22">
            <a:extLst>
              <a:ext uri="{FF2B5EF4-FFF2-40B4-BE49-F238E27FC236}">
                <a16:creationId xmlns:a16="http://schemas.microsoft.com/office/drawing/2014/main" id="{1FEF0014-7110-64C3-78F0-234648C9D186}"/>
              </a:ext>
            </a:extLst>
          </p:cNvPr>
          <p:cNvSpPr/>
          <p:nvPr/>
        </p:nvSpPr>
        <p:spPr>
          <a:xfrm>
            <a:off x="2083328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3C8E473A-CDF5-4B18-2114-154E2CFB2FBD}"/>
              </a:ext>
            </a:extLst>
          </p:cNvPr>
          <p:cNvSpPr/>
          <p:nvPr/>
        </p:nvSpPr>
        <p:spPr>
          <a:xfrm>
            <a:off x="4030388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5" name="Text 22">
            <a:extLst>
              <a:ext uri="{FF2B5EF4-FFF2-40B4-BE49-F238E27FC236}">
                <a16:creationId xmlns:a16="http://schemas.microsoft.com/office/drawing/2014/main" id="{1833F405-5E47-A87C-8CE9-5AE45734AE67}"/>
              </a:ext>
            </a:extLst>
          </p:cNvPr>
          <p:cNvSpPr/>
          <p:nvPr/>
        </p:nvSpPr>
        <p:spPr>
          <a:xfrm>
            <a:off x="5969777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7" name="Text 22">
            <a:extLst>
              <a:ext uri="{FF2B5EF4-FFF2-40B4-BE49-F238E27FC236}">
                <a16:creationId xmlns:a16="http://schemas.microsoft.com/office/drawing/2014/main" id="{5B175DF8-DCC2-E66D-661B-D02F6D41FCB8}"/>
              </a:ext>
            </a:extLst>
          </p:cNvPr>
          <p:cNvSpPr/>
          <p:nvPr/>
        </p:nvSpPr>
        <p:spPr>
          <a:xfrm>
            <a:off x="9865237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9" name="Text 22">
            <a:extLst>
              <a:ext uri="{FF2B5EF4-FFF2-40B4-BE49-F238E27FC236}">
                <a16:creationId xmlns:a16="http://schemas.microsoft.com/office/drawing/2014/main" id="{D38715C3-AFA3-C52D-5FE6-3ED506B31A21}"/>
              </a:ext>
            </a:extLst>
          </p:cNvPr>
          <p:cNvSpPr/>
          <p:nvPr/>
        </p:nvSpPr>
        <p:spPr>
          <a:xfrm>
            <a:off x="7914459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11" name="Shape 4">
            <a:extLst>
              <a:ext uri="{FF2B5EF4-FFF2-40B4-BE49-F238E27FC236}">
                <a16:creationId xmlns:a16="http://schemas.microsoft.com/office/drawing/2014/main" id="{F54C5B00-E6CF-CCC2-051D-C55A93F12531}"/>
              </a:ext>
            </a:extLst>
          </p:cNvPr>
          <p:cNvSpPr/>
          <p:nvPr/>
        </p:nvSpPr>
        <p:spPr>
          <a:xfrm>
            <a:off x="963594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5">
            <a:extLst>
              <a:ext uri="{FF2B5EF4-FFF2-40B4-BE49-F238E27FC236}">
                <a16:creationId xmlns:a16="http://schemas.microsoft.com/office/drawing/2014/main" id="{72780144-8B61-5B1F-ACA5-2932297D84AE}"/>
              </a:ext>
            </a:extLst>
          </p:cNvPr>
          <p:cNvSpPr/>
          <p:nvPr/>
        </p:nvSpPr>
        <p:spPr>
          <a:xfrm>
            <a:off x="975939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6">
            <a:extLst>
              <a:ext uri="{FF2B5EF4-FFF2-40B4-BE49-F238E27FC236}">
                <a16:creationId xmlns:a16="http://schemas.microsoft.com/office/drawing/2014/main" id="{164E3179-67D5-62B7-1A88-6245B5EC66A3}"/>
              </a:ext>
            </a:extLst>
          </p:cNvPr>
          <p:cNvSpPr/>
          <p:nvPr/>
        </p:nvSpPr>
        <p:spPr>
          <a:xfrm>
            <a:off x="988283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7">
            <a:extLst>
              <a:ext uri="{FF2B5EF4-FFF2-40B4-BE49-F238E27FC236}">
                <a16:creationId xmlns:a16="http://schemas.microsoft.com/office/drawing/2014/main" id="{99A8C555-3C8B-622B-B23F-034C3D55A758}"/>
              </a:ext>
            </a:extLst>
          </p:cNvPr>
          <p:cNvSpPr/>
          <p:nvPr/>
        </p:nvSpPr>
        <p:spPr>
          <a:xfrm>
            <a:off x="9994849" y="6480810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8">
            <a:extLst>
              <a:ext uri="{FF2B5EF4-FFF2-40B4-BE49-F238E27FC236}">
                <a16:creationId xmlns:a16="http://schemas.microsoft.com/office/drawing/2014/main" id="{EEF22338-4D5E-E10B-A7B6-B270DFE78AE3}"/>
              </a:ext>
            </a:extLst>
          </p:cNvPr>
          <p:cNvSpPr/>
          <p:nvPr/>
        </p:nvSpPr>
        <p:spPr>
          <a:xfrm>
            <a:off x="10129723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9">
            <a:extLst>
              <a:ext uri="{FF2B5EF4-FFF2-40B4-BE49-F238E27FC236}">
                <a16:creationId xmlns:a16="http://schemas.microsoft.com/office/drawing/2014/main" id="{BB12E3D2-FF06-540D-D064-B2613997E2F9}"/>
              </a:ext>
            </a:extLst>
          </p:cNvPr>
          <p:cNvSpPr/>
          <p:nvPr/>
        </p:nvSpPr>
        <p:spPr>
          <a:xfrm>
            <a:off x="1025316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0">
            <a:extLst>
              <a:ext uri="{FF2B5EF4-FFF2-40B4-BE49-F238E27FC236}">
                <a16:creationId xmlns:a16="http://schemas.microsoft.com/office/drawing/2014/main" id="{1D282136-D3C6-D3F0-7999-B2A8AA8D6EDB}"/>
              </a:ext>
            </a:extLst>
          </p:cNvPr>
          <p:cNvSpPr/>
          <p:nvPr/>
        </p:nvSpPr>
        <p:spPr>
          <a:xfrm>
            <a:off x="1037661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1">
            <a:extLst>
              <a:ext uri="{FF2B5EF4-FFF2-40B4-BE49-F238E27FC236}">
                <a16:creationId xmlns:a16="http://schemas.microsoft.com/office/drawing/2014/main" id="{7A03BE93-F517-175F-B204-33E033CFF205}"/>
              </a:ext>
            </a:extLst>
          </p:cNvPr>
          <p:cNvSpPr/>
          <p:nvPr/>
        </p:nvSpPr>
        <p:spPr>
          <a:xfrm>
            <a:off x="1050005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">
            <a:extLst>
              <a:ext uri="{FF2B5EF4-FFF2-40B4-BE49-F238E27FC236}">
                <a16:creationId xmlns:a16="http://schemas.microsoft.com/office/drawing/2014/main" id="{D20798F0-6DC1-67F9-A6A4-7E15CDC474E0}"/>
              </a:ext>
            </a:extLst>
          </p:cNvPr>
          <p:cNvSpPr/>
          <p:nvPr/>
        </p:nvSpPr>
        <p:spPr>
          <a:xfrm>
            <a:off x="1062349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3">
            <a:extLst>
              <a:ext uri="{FF2B5EF4-FFF2-40B4-BE49-F238E27FC236}">
                <a16:creationId xmlns:a16="http://schemas.microsoft.com/office/drawing/2014/main" id="{AE53222D-FEB5-8E5F-3D25-3697BEED2313}"/>
              </a:ext>
            </a:extLst>
          </p:cNvPr>
          <p:cNvSpPr/>
          <p:nvPr/>
        </p:nvSpPr>
        <p:spPr>
          <a:xfrm>
            <a:off x="10746943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4">
            <a:extLst>
              <a:ext uri="{FF2B5EF4-FFF2-40B4-BE49-F238E27FC236}">
                <a16:creationId xmlns:a16="http://schemas.microsoft.com/office/drawing/2014/main" id="{A7DC2F8D-F950-F50E-8F70-DB548AD0735E}"/>
              </a:ext>
            </a:extLst>
          </p:cNvPr>
          <p:cNvSpPr/>
          <p:nvPr/>
        </p:nvSpPr>
        <p:spPr>
          <a:xfrm>
            <a:off x="1087038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5">
            <a:extLst>
              <a:ext uri="{FF2B5EF4-FFF2-40B4-BE49-F238E27FC236}">
                <a16:creationId xmlns:a16="http://schemas.microsoft.com/office/drawing/2014/main" id="{698633C8-AEB5-EB4E-7C8C-42D52794DF1A}"/>
              </a:ext>
            </a:extLst>
          </p:cNvPr>
          <p:cNvSpPr/>
          <p:nvPr/>
        </p:nvSpPr>
        <p:spPr>
          <a:xfrm>
            <a:off x="1099383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6">
            <a:extLst>
              <a:ext uri="{FF2B5EF4-FFF2-40B4-BE49-F238E27FC236}">
                <a16:creationId xmlns:a16="http://schemas.microsoft.com/office/drawing/2014/main" id="{CB92B45E-FF8B-B6E7-CD35-26AA433D39E7}"/>
              </a:ext>
            </a:extLst>
          </p:cNvPr>
          <p:cNvSpPr/>
          <p:nvPr/>
        </p:nvSpPr>
        <p:spPr>
          <a:xfrm>
            <a:off x="1111727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7">
            <a:extLst>
              <a:ext uri="{FF2B5EF4-FFF2-40B4-BE49-F238E27FC236}">
                <a16:creationId xmlns:a16="http://schemas.microsoft.com/office/drawing/2014/main" id="{164BA748-DD79-C953-5892-323743A16D25}"/>
              </a:ext>
            </a:extLst>
          </p:cNvPr>
          <p:cNvSpPr/>
          <p:nvPr/>
        </p:nvSpPr>
        <p:spPr>
          <a:xfrm>
            <a:off x="1124071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51119" cy="27432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7000" dirty="0"/>
          </a:p>
        </p:txBody>
      </p:sp>
      <p:sp>
        <p:nvSpPr>
          <p:cNvPr id="5" name="Text 3"/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Example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3594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75939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8283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106991" y="6478006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000332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316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37661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50005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62349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746943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870387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993831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117275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240719" y="6492240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altLang="ko-KR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 Q&amp;A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altLang="ko-KR" sz="300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23E4F305-17A9-844F-34C3-79968CB159EA}"/>
              </a:ext>
            </a:extLst>
          </p:cNvPr>
          <p:cNvSpPr/>
          <p:nvPr/>
        </p:nvSpPr>
        <p:spPr>
          <a:xfrm>
            <a:off x="758952" y="2148840"/>
            <a:ext cx="3283610" cy="2364651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A0C437C9-B6B2-DE10-E955-7842A0AF33A9}"/>
              </a:ext>
            </a:extLst>
          </p:cNvPr>
          <p:cNvSpPr/>
          <p:nvPr/>
        </p:nvSpPr>
        <p:spPr>
          <a:xfrm>
            <a:off x="758952" y="4641507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블루투스 연결 방법</a:t>
            </a:r>
            <a:endParaRPr lang="en-US" sz="1250" dirty="0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2ABFAD0F-F86B-5C71-FFD0-18B404032812}"/>
              </a:ext>
            </a:extLst>
          </p:cNvPr>
          <p:cNvSpPr/>
          <p:nvPr/>
        </p:nvSpPr>
        <p:spPr>
          <a:xfrm>
            <a:off x="4454042" y="2148840"/>
            <a:ext cx="3283610" cy="2364651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D29D3366-16C4-0116-DABB-DF079BF22AB6}"/>
              </a:ext>
            </a:extLst>
          </p:cNvPr>
          <p:cNvSpPr/>
          <p:nvPr/>
        </p:nvSpPr>
        <p:spPr>
          <a:xfrm>
            <a:off x="4454042" y="4641507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와이퍼 교체 방법</a:t>
            </a:r>
            <a:endParaRPr lang="en-US" sz="1250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87018ACB-F49B-5FCC-EDFF-CEFC0C451909}"/>
              </a:ext>
            </a:extLst>
          </p:cNvPr>
          <p:cNvSpPr/>
          <p:nvPr/>
        </p:nvSpPr>
        <p:spPr>
          <a:xfrm>
            <a:off x="8149133" y="2148840"/>
            <a:ext cx="3283610" cy="2364651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B8006029-8258-425C-6D39-83182914FD2B}"/>
              </a:ext>
            </a:extLst>
          </p:cNvPr>
          <p:cNvSpPr/>
          <p:nvPr/>
        </p:nvSpPr>
        <p:spPr>
          <a:xfrm>
            <a:off x="8149133" y="4641507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오늘의 날씨 알려줘</a:t>
            </a:r>
            <a:endParaRPr lang="en-US" sz="1250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00131EF1-B27F-9438-17FC-2AFDF8B909AE}"/>
              </a:ext>
            </a:extLst>
          </p:cNvPr>
          <p:cNvSpPr/>
          <p:nvPr/>
        </p:nvSpPr>
        <p:spPr>
          <a:xfrm>
            <a:off x="8281721" y="2292093"/>
            <a:ext cx="3027578" cy="2108618"/>
          </a:xfrm>
          <a:prstGeom prst="roundRect">
            <a:avLst>
              <a:gd name="adj" fmla="val 35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CB34DB4B-7686-9B8B-C023-F222D197E416}"/>
              </a:ext>
            </a:extLst>
          </p:cNvPr>
          <p:cNvSpPr/>
          <p:nvPr/>
        </p:nvSpPr>
        <p:spPr>
          <a:xfrm>
            <a:off x="882701" y="2276857"/>
            <a:ext cx="3027578" cy="2108618"/>
          </a:xfrm>
          <a:prstGeom prst="roundRect">
            <a:avLst>
              <a:gd name="adj" fmla="val 3567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0CDF38F-4A69-4B11-1E74-E319B541F3C9}"/>
              </a:ext>
            </a:extLst>
          </p:cNvPr>
          <p:cNvSpPr/>
          <p:nvPr/>
        </p:nvSpPr>
        <p:spPr>
          <a:xfrm>
            <a:off x="4591203" y="2276857"/>
            <a:ext cx="3027578" cy="2108618"/>
          </a:xfrm>
          <a:prstGeom prst="roundRect">
            <a:avLst>
              <a:gd name="adj" fmla="val 3567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Shape 1">
            <a:extLst>
              <a:ext uri="{FF2B5EF4-FFF2-40B4-BE49-F238E27FC236}">
                <a16:creationId xmlns:a16="http://schemas.microsoft.com/office/drawing/2014/main" id="{ACA87E3B-B63A-B538-599A-9D4F4F7F5F2F}"/>
              </a:ext>
            </a:extLst>
          </p:cNvPr>
          <p:cNvSpPr/>
          <p:nvPr/>
        </p:nvSpPr>
        <p:spPr>
          <a:xfrm>
            <a:off x="0" y="-1"/>
            <a:ext cx="4042562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6DDDF-BAC4-1022-3F3F-9DA0A160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3A0547-E498-4333-22EC-E50526D14872}"/>
              </a:ext>
            </a:extLst>
          </p:cNvPr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47149A-025D-BB52-93D3-2A7B2B59FF53}"/>
              </a:ext>
            </a:extLst>
          </p:cNvPr>
          <p:cNvSpPr/>
          <p:nvPr/>
        </p:nvSpPr>
        <p:spPr>
          <a:xfrm>
            <a:off x="0" y="9525"/>
            <a:ext cx="1625559" cy="27432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5C01B2-C515-6B03-527E-FDC2392F0C2E}"/>
              </a:ext>
            </a:extLst>
          </p:cNvPr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7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77F0D2-9058-1514-2E2D-455F2FB56112}"/>
              </a:ext>
            </a:extLst>
          </p:cNvPr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	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5DF7038-CE93-7ABE-08BF-28CDC4DD72CF}"/>
              </a:ext>
            </a:extLst>
          </p:cNvPr>
          <p:cNvSpPr/>
          <p:nvPr/>
        </p:nvSpPr>
        <p:spPr>
          <a:xfrm>
            <a:off x="758952" y="787908"/>
            <a:ext cx="10673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 Control</a:t>
            </a:r>
            <a:endParaRPr lang="en-US" sz="3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8FB12E0-1080-AD76-33DF-3F57F545E604}"/>
              </a:ext>
            </a:extLst>
          </p:cNvPr>
          <p:cNvSpPr/>
          <p:nvPr/>
        </p:nvSpPr>
        <p:spPr>
          <a:xfrm>
            <a:off x="758952" y="2796540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751160B-CB23-3EE7-C94E-2783C75BCEF3}"/>
              </a:ext>
            </a:extLst>
          </p:cNvPr>
          <p:cNvSpPr/>
          <p:nvPr/>
        </p:nvSpPr>
        <p:spPr>
          <a:xfrm>
            <a:off x="758952" y="29428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88809E0-6909-8D2C-967F-2AF85893FF17}"/>
              </a:ext>
            </a:extLst>
          </p:cNvPr>
          <p:cNvSpPr/>
          <p:nvPr/>
        </p:nvSpPr>
        <p:spPr>
          <a:xfrm>
            <a:off x="1307592" y="29245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</a:t>
            </a:r>
            <a:r>
              <a:rPr lang="ko-KR" alt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음성인식</a:t>
            </a:r>
            <a:endParaRPr lang="en-US" sz="17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928B77C-0A41-784E-3718-353B8ABBA680}"/>
              </a:ext>
            </a:extLst>
          </p:cNvPr>
          <p:cNvSpPr/>
          <p:nvPr/>
        </p:nvSpPr>
        <p:spPr>
          <a:xfrm>
            <a:off x="1307591" y="3272028"/>
            <a:ext cx="4664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질문을 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Speech-to-text</a:t>
            </a: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텍스트화 합니다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721D319-CCA6-9208-9A73-5C5301BD0558}"/>
              </a:ext>
            </a:extLst>
          </p:cNvPr>
          <p:cNvSpPr/>
          <p:nvPr/>
        </p:nvSpPr>
        <p:spPr>
          <a:xfrm>
            <a:off x="6312103" y="2796540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F5F635C-D9B9-2A9F-9423-9F7311D28233}"/>
              </a:ext>
            </a:extLst>
          </p:cNvPr>
          <p:cNvSpPr/>
          <p:nvPr/>
        </p:nvSpPr>
        <p:spPr>
          <a:xfrm>
            <a:off x="6312103" y="29428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AF3B549-2009-9371-EF3F-BC9BD692C621}"/>
              </a:ext>
            </a:extLst>
          </p:cNvPr>
          <p:cNvSpPr/>
          <p:nvPr/>
        </p:nvSpPr>
        <p:spPr>
          <a:xfrm>
            <a:off x="6860743" y="29245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Semantic Router</a:t>
            </a:r>
            <a:endParaRPr lang="en-US" sz="17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09C2121-C9B7-6D08-4B7D-C744949CAB39}"/>
              </a:ext>
            </a:extLst>
          </p:cNvPr>
          <p:cNvSpPr/>
          <p:nvPr/>
        </p:nvSpPr>
        <p:spPr>
          <a:xfrm>
            <a:off x="6860743" y="32720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 요청의 맥락을 이해하여 차량 제어 여부 결정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D46B1FE-6A65-567F-736C-3D507ED45469}"/>
              </a:ext>
            </a:extLst>
          </p:cNvPr>
          <p:cNvSpPr/>
          <p:nvPr/>
        </p:nvSpPr>
        <p:spPr>
          <a:xfrm>
            <a:off x="758952" y="4344923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B7EA41C-2B8C-D7CA-2336-B6E6EE0EC2E6}"/>
              </a:ext>
            </a:extLst>
          </p:cNvPr>
          <p:cNvSpPr/>
          <p:nvPr/>
        </p:nvSpPr>
        <p:spPr>
          <a:xfrm>
            <a:off x="758952" y="449122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9737581-5EF0-7670-FCF2-95B19AF8A68F}"/>
              </a:ext>
            </a:extLst>
          </p:cNvPr>
          <p:cNvSpPr/>
          <p:nvPr/>
        </p:nvSpPr>
        <p:spPr>
          <a:xfrm>
            <a:off x="1307592" y="447293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On-Device LLM</a:t>
            </a:r>
            <a:endParaRPr lang="en-US" altLang="ko-KR" sz="17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DF7FEBC-42AF-5F4D-BFF0-E234256D8C27}"/>
              </a:ext>
            </a:extLst>
          </p:cNvPr>
          <p:cNvSpPr/>
          <p:nvPr/>
        </p:nvSpPr>
        <p:spPr>
          <a:xfrm>
            <a:off x="1307592" y="4820411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On-Device LLM</a:t>
            </a: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차량 제어 완료 답변 생성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3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79A8FDC-3966-0BB1-0EF6-9F5520976556}"/>
              </a:ext>
            </a:extLst>
          </p:cNvPr>
          <p:cNvSpPr/>
          <p:nvPr/>
        </p:nvSpPr>
        <p:spPr>
          <a:xfrm>
            <a:off x="758952" y="1418844"/>
            <a:ext cx="10038285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2200" b="1" kern="0" spc="-50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맥락</a:t>
            </a:r>
            <a:r>
              <a:rPr lang="ko-KR" altLang="en-US" sz="2200" b="1" kern="0" spc="-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이해하고</a:t>
            </a:r>
            <a:r>
              <a:rPr lang="ko-KR" altLang="en-US" sz="2200" b="1" kern="0" spc="-50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2200" b="1" kern="0" spc="-50" dirty="0">
              <a:solidFill>
                <a:srgbClr val="FFB0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2200" b="1" kern="0" spc="-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차량의 </a:t>
            </a:r>
            <a:r>
              <a:rPr lang="ko-KR" altLang="en-US" sz="2200" b="1" kern="0" spc="-50" dirty="0">
                <a:solidFill>
                  <a:srgbClr val="22D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lang="ko-KR" altLang="en-US" sz="2200" b="1" kern="0" spc="-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ko-KR" alt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 제어합니다</a:t>
            </a:r>
            <a:endParaRPr lang="en-US" sz="2200" dirty="0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80EB9EBF-01EB-329B-72E5-9F64C4ABF5B5}"/>
              </a:ext>
            </a:extLst>
          </p:cNvPr>
          <p:cNvSpPr/>
          <p:nvPr/>
        </p:nvSpPr>
        <p:spPr>
          <a:xfrm>
            <a:off x="6312103" y="4343369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D12E93C3-0F7E-1C0F-563A-CB5623F52742}"/>
              </a:ext>
            </a:extLst>
          </p:cNvPr>
          <p:cNvSpPr/>
          <p:nvPr/>
        </p:nvSpPr>
        <p:spPr>
          <a:xfrm>
            <a:off x="6312103" y="446379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26FD899D-3B31-8365-2E93-F700EF7FB53F}"/>
              </a:ext>
            </a:extLst>
          </p:cNvPr>
          <p:cNvSpPr/>
          <p:nvPr/>
        </p:nvSpPr>
        <p:spPr>
          <a:xfrm>
            <a:off x="6860743" y="4445507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출력</a:t>
            </a:r>
            <a:endParaRPr lang="en-US" sz="1700" dirty="0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1B28D980-D401-3BD3-FC08-374F948942C3}"/>
              </a:ext>
            </a:extLst>
          </p:cNvPr>
          <p:cNvSpPr/>
          <p:nvPr/>
        </p:nvSpPr>
        <p:spPr>
          <a:xfrm>
            <a:off x="6860743" y="4792979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질문에 대한 답변을 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Text-to-speech</a:t>
            </a: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사용하여 음성으로 출력합니다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8F00385-1C30-B1DF-C695-7768D750D086}"/>
              </a:ext>
            </a:extLst>
          </p:cNvPr>
          <p:cNvSpPr/>
          <p:nvPr/>
        </p:nvSpPr>
        <p:spPr>
          <a:xfrm>
            <a:off x="9635947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1CF2F66D-82FC-60CA-1EA8-C8BF11985D39}"/>
              </a:ext>
            </a:extLst>
          </p:cNvPr>
          <p:cNvSpPr/>
          <p:nvPr/>
        </p:nvSpPr>
        <p:spPr>
          <a:xfrm>
            <a:off x="9759391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6B661E87-D9E1-558B-9EC0-3D6B156A4D64}"/>
              </a:ext>
            </a:extLst>
          </p:cNvPr>
          <p:cNvSpPr/>
          <p:nvPr/>
        </p:nvSpPr>
        <p:spPr>
          <a:xfrm>
            <a:off x="9882835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E56B48AB-0748-C38D-8F0C-AA5CBE1E2379}"/>
              </a:ext>
            </a:extLst>
          </p:cNvPr>
          <p:cNvSpPr/>
          <p:nvPr/>
        </p:nvSpPr>
        <p:spPr>
          <a:xfrm>
            <a:off x="10230816" y="6487531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D9F5EA48-C2CE-32B3-488A-D75E0943AB9A}"/>
              </a:ext>
            </a:extLst>
          </p:cNvPr>
          <p:cNvSpPr/>
          <p:nvPr/>
        </p:nvSpPr>
        <p:spPr>
          <a:xfrm>
            <a:off x="10000332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E7B91DD6-DEAA-B2D2-BA75-85D7FD10A70A}"/>
              </a:ext>
            </a:extLst>
          </p:cNvPr>
          <p:cNvSpPr/>
          <p:nvPr/>
        </p:nvSpPr>
        <p:spPr>
          <a:xfrm>
            <a:off x="10119817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3A4408AF-FD2C-83DA-693F-A2A89963A560}"/>
              </a:ext>
            </a:extLst>
          </p:cNvPr>
          <p:cNvSpPr/>
          <p:nvPr/>
        </p:nvSpPr>
        <p:spPr>
          <a:xfrm>
            <a:off x="10376611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D46EE075-AD8C-1E2C-8E4F-BB7CC14B2C59}"/>
              </a:ext>
            </a:extLst>
          </p:cNvPr>
          <p:cNvSpPr/>
          <p:nvPr/>
        </p:nvSpPr>
        <p:spPr>
          <a:xfrm>
            <a:off x="10500055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79BD7443-7909-473B-CDD5-21B04DE86383}"/>
              </a:ext>
            </a:extLst>
          </p:cNvPr>
          <p:cNvSpPr/>
          <p:nvPr/>
        </p:nvSpPr>
        <p:spPr>
          <a:xfrm>
            <a:off x="10623499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3A7D20BD-404B-37A5-827C-A70A09054343}"/>
              </a:ext>
            </a:extLst>
          </p:cNvPr>
          <p:cNvSpPr/>
          <p:nvPr/>
        </p:nvSpPr>
        <p:spPr>
          <a:xfrm>
            <a:off x="10746943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2036F5F4-8F2F-B949-1BBF-67AAA75DBEC0}"/>
              </a:ext>
            </a:extLst>
          </p:cNvPr>
          <p:cNvSpPr/>
          <p:nvPr/>
        </p:nvSpPr>
        <p:spPr>
          <a:xfrm>
            <a:off x="10870387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B639F089-15D4-1AC7-846E-8B62849BB390}"/>
              </a:ext>
            </a:extLst>
          </p:cNvPr>
          <p:cNvSpPr/>
          <p:nvPr/>
        </p:nvSpPr>
        <p:spPr>
          <a:xfrm>
            <a:off x="10993831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3031DAB2-4617-7E56-F96F-15DB6EC2D68F}"/>
              </a:ext>
            </a:extLst>
          </p:cNvPr>
          <p:cNvSpPr/>
          <p:nvPr/>
        </p:nvSpPr>
        <p:spPr>
          <a:xfrm>
            <a:off x="11117275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6A3FEE88-029E-F77D-A72A-CF818319D6C8}"/>
              </a:ext>
            </a:extLst>
          </p:cNvPr>
          <p:cNvSpPr/>
          <p:nvPr/>
        </p:nvSpPr>
        <p:spPr>
          <a:xfrm>
            <a:off x="11240719" y="650086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8EA168FC-8253-D134-D104-114571B34D20}"/>
              </a:ext>
            </a:extLst>
          </p:cNvPr>
          <p:cNvSpPr/>
          <p:nvPr/>
        </p:nvSpPr>
        <p:spPr>
          <a:xfrm>
            <a:off x="0" y="-1"/>
            <a:ext cx="5120640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335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87E42-B806-18BD-F790-BF635BF0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60C2C0-B245-5670-987F-9910F90B45D1}"/>
              </a:ext>
            </a:extLst>
          </p:cNvPr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0DCA01-7413-A2F1-6A6B-3A83EC102A0F}"/>
              </a:ext>
            </a:extLst>
          </p:cNvPr>
          <p:cNvSpPr/>
          <p:nvPr/>
        </p:nvSpPr>
        <p:spPr>
          <a:xfrm>
            <a:off x="-1" y="-1"/>
            <a:ext cx="5724525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494ACE-B3D7-635C-B33F-859920CD8697}"/>
              </a:ext>
            </a:extLst>
          </p:cNvPr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7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F83F2F-7666-007B-4CBC-71E3F7397E87}"/>
              </a:ext>
            </a:extLst>
          </p:cNvPr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Composition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B4182A5-09A8-E2BE-F72F-ED659C6AE56A}"/>
              </a:ext>
            </a:extLst>
          </p:cNvPr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 Control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모듈</a:t>
            </a:r>
            <a:endParaRPr lang="en-US" sz="3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14823DA-ADF1-5BDA-A8A4-F8D88501010C}"/>
              </a:ext>
            </a:extLst>
          </p:cNvPr>
          <p:cNvSpPr/>
          <p:nvPr/>
        </p:nvSpPr>
        <p:spPr>
          <a:xfrm>
            <a:off x="758952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9360C6F-01D6-F44A-EB58-1970336630EE}"/>
              </a:ext>
            </a:extLst>
          </p:cNvPr>
          <p:cNvSpPr/>
          <p:nvPr/>
        </p:nvSpPr>
        <p:spPr>
          <a:xfrm>
            <a:off x="1078136" y="238348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Rewriter</a:t>
            </a:r>
            <a:endParaRPr lang="en-US" sz="2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06C1E06-51AD-CAE9-054E-3CDD8A630784}"/>
              </a:ext>
            </a:extLst>
          </p:cNvPr>
          <p:cNvSpPr/>
          <p:nvPr/>
        </p:nvSpPr>
        <p:spPr>
          <a:xfrm>
            <a:off x="758952" y="291038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대화 히스토리를 기반으로</a:t>
            </a:r>
            <a:endParaRPr lang="en-US" altLang="ko-KR" sz="1400" dirty="0">
              <a:solidFill>
                <a:srgbClr val="8BA095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요청을 재구성합니다</a:t>
            </a:r>
            <a:r>
              <a:rPr lang="en-US" altLang="ko-KR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A13B438-FCAB-132B-8480-C30B0BF1A3A8}"/>
              </a:ext>
            </a:extLst>
          </p:cNvPr>
          <p:cNvSpPr/>
          <p:nvPr/>
        </p:nvSpPr>
        <p:spPr>
          <a:xfrm>
            <a:off x="4469282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31F4921-4155-F3DB-C97E-52883092E948}"/>
              </a:ext>
            </a:extLst>
          </p:cNvPr>
          <p:cNvSpPr/>
          <p:nvPr/>
        </p:nvSpPr>
        <p:spPr>
          <a:xfrm>
            <a:off x="8179613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2F8F9F23-BD75-617F-CD61-F17B705B8598}"/>
              </a:ext>
            </a:extLst>
          </p:cNvPr>
          <p:cNvSpPr/>
          <p:nvPr/>
        </p:nvSpPr>
        <p:spPr>
          <a:xfrm>
            <a:off x="758952" y="238348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EBAE5748-8A91-BE91-133C-28CD4B8F0A79}"/>
              </a:ext>
            </a:extLst>
          </p:cNvPr>
          <p:cNvSpPr/>
          <p:nvPr/>
        </p:nvSpPr>
        <p:spPr>
          <a:xfrm>
            <a:off x="4875926" y="237744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Orchestrator</a:t>
            </a:r>
            <a:endParaRPr lang="en-US" sz="22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BB9F734F-F338-560E-E92F-ED94E7594AF3}"/>
              </a:ext>
            </a:extLst>
          </p:cNvPr>
          <p:cNvSpPr/>
          <p:nvPr/>
        </p:nvSpPr>
        <p:spPr>
          <a:xfrm>
            <a:off x="4556742" y="290434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의도 파악</a:t>
            </a:r>
            <a:endParaRPr lang="en-US" altLang="ko-KR" sz="1400" dirty="0">
              <a:solidFill>
                <a:srgbClr val="8BA095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9287A7DE-A29F-8050-0287-26AA0353C92F}"/>
              </a:ext>
            </a:extLst>
          </p:cNvPr>
          <p:cNvSpPr/>
          <p:nvPr/>
        </p:nvSpPr>
        <p:spPr>
          <a:xfrm>
            <a:off x="4556742" y="237744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DEA110D1-1EC5-1ECE-CA19-A215D7F08641}"/>
              </a:ext>
            </a:extLst>
          </p:cNvPr>
          <p:cNvSpPr/>
          <p:nvPr/>
        </p:nvSpPr>
        <p:spPr>
          <a:xfrm>
            <a:off x="8641212" y="238348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AIDL</a:t>
            </a:r>
            <a:endParaRPr lang="en-US" sz="2200" dirty="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90AF63B4-B6AF-31CE-C31A-4B953644AAF6}"/>
              </a:ext>
            </a:extLst>
          </p:cNvPr>
          <p:cNvSpPr/>
          <p:nvPr/>
        </p:nvSpPr>
        <p:spPr>
          <a:xfrm>
            <a:off x="8322028" y="291038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차량 상태 제어</a:t>
            </a:r>
            <a:endParaRPr lang="en-US" altLang="ko-KR" sz="1400" dirty="0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E8CDAD9A-7291-9E68-7EF0-A05C02B53FC5}"/>
              </a:ext>
            </a:extLst>
          </p:cNvPr>
          <p:cNvSpPr/>
          <p:nvPr/>
        </p:nvSpPr>
        <p:spPr>
          <a:xfrm>
            <a:off x="8322028" y="238348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62" name="Shape 20">
            <a:extLst>
              <a:ext uri="{FF2B5EF4-FFF2-40B4-BE49-F238E27FC236}">
                <a16:creationId xmlns:a16="http://schemas.microsoft.com/office/drawing/2014/main" id="{A5017046-AA82-A068-4420-C168B7DF126E}"/>
              </a:ext>
            </a:extLst>
          </p:cNvPr>
          <p:cNvSpPr/>
          <p:nvPr/>
        </p:nvSpPr>
        <p:spPr>
          <a:xfrm>
            <a:off x="749520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BD3CC7A9-494E-1916-8004-55B3624C83AD}"/>
              </a:ext>
            </a:extLst>
          </p:cNvPr>
          <p:cNvSpPr/>
          <p:nvPr/>
        </p:nvSpPr>
        <p:spPr>
          <a:xfrm>
            <a:off x="1068704" y="425219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On-Device</a:t>
            </a:r>
            <a:r>
              <a:rPr lang="ko-KR" alt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LLM</a:t>
            </a:r>
            <a:endParaRPr lang="en-US" altLang="ko-KR" sz="22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839D32A1-9AB2-D594-35E0-95BE4D6EFCFC}"/>
              </a:ext>
            </a:extLst>
          </p:cNvPr>
          <p:cNvSpPr/>
          <p:nvPr/>
        </p:nvSpPr>
        <p:spPr>
          <a:xfrm>
            <a:off x="749520" y="477909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차량 제어 완료 답변 생성</a:t>
            </a:r>
            <a:endParaRPr lang="en-US" altLang="ko-KR" sz="14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28DC80A6-539C-965A-7421-0923BF3BCF3C}"/>
              </a:ext>
            </a:extLst>
          </p:cNvPr>
          <p:cNvSpPr/>
          <p:nvPr/>
        </p:nvSpPr>
        <p:spPr>
          <a:xfrm>
            <a:off x="4459850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08A7DF6E-92EB-0764-B130-B2861F309F57}"/>
              </a:ext>
            </a:extLst>
          </p:cNvPr>
          <p:cNvSpPr/>
          <p:nvPr/>
        </p:nvSpPr>
        <p:spPr>
          <a:xfrm>
            <a:off x="8170181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330C3088-40F1-87D9-C9DB-E9A94F082D47}"/>
              </a:ext>
            </a:extLst>
          </p:cNvPr>
          <p:cNvSpPr/>
          <p:nvPr/>
        </p:nvSpPr>
        <p:spPr>
          <a:xfrm>
            <a:off x="749520" y="425219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4DEB9061-59BB-B2CB-B643-5707B21B5FE3}"/>
              </a:ext>
            </a:extLst>
          </p:cNvPr>
          <p:cNvSpPr/>
          <p:nvPr/>
        </p:nvSpPr>
        <p:spPr>
          <a:xfrm>
            <a:off x="4866494" y="424615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STT</a:t>
            </a:r>
            <a:endParaRPr lang="en-US" sz="2200" dirty="0"/>
          </a:p>
        </p:txBody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4548591B-E0D4-C271-53CD-E46A8C49C3DC}"/>
              </a:ext>
            </a:extLst>
          </p:cNvPr>
          <p:cNvSpPr/>
          <p:nvPr/>
        </p:nvSpPr>
        <p:spPr>
          <a:xfrm>
            <a:off x="4547310" y="477305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음성 인식 서비스 제공</a:t>
            </a:r>
            <a:endParaRPr lang="en-US" sz="1400" dirty="0"/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E4B852DD-A82F-5871-DB10-2E1CAF1F120F}"/>
              </a:ext>
            </a:extLst>
          </p:cNvPr>
          <p:cNvSpPr/>
          <p:nvPr/>
        </p:nvSpPr>
        <p:spPr>
          <a:xfrm>
            <a:off x="4547310" y="424615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49ED6D2E-6926-CAE6-37C7-98AF6B4D9B7E}"/>
              </a:ext>
            </a:extLst>
          </p:cNvPr>
          <p:cNvSpPr/>
          <p:nvPr/>
        </p:nvSpPr>
        <p:spPr>
          <a:xfrm>
            <a:off x="8631780" y="425219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TTS</a:t>
            </a:r>
            <a:endParaRPr lang="en-US" sz="2200" dirty="0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7AC0A517-F61D-45CD-5207-7CE5B1427B0C}"/>
              </a:ext>
            </a:extLst>
          </p:cNvPr>
          <p:cNvSpPr/>
          <p:nvPr/>
        </p:nvSpPr>
        <p:spPr>
          <a:xfrm>
            <a:off x="8312596" y="477909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답변 음성 출력</a:t>
            </a:r>
            <a:endParaRPr lang="en-US" sz="1400" dirty="0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E91B524E-A345-A949-5E33-25016F8EF34A}"/>
              </a:ext>
            </a:extLst>
          </p:cNvPr>
          <p:cNvSpPr/>
          <p:nvPr/>
        </p:nvSpPr>
        <p:spPr>
          <a:xfrm>
            <a:off x="8312596" y="425219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B95152B-3955-C55C-4B34-D27BB6F3C7D8}"/>
              </a:ext>
            </a:extLst>
          </p:cNvPr>
          <p:cNvSpPr/>
          <p:nvPr/>
        </p:nvSpPr>
        <p:spPr>
          <a:xfrm>
            <a:off x="9635947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71CD7711-15F9-20A2-64E9-EB824450E475}"/>
              </a:ext>
            </a:extLst>
          </p:cNvPr>
          <p:cNvSpPr/>
          <p:nvPr/>
        </p:nvSpPr>
        <p:spPr>
          <a:xfrm>
            <a:off x="9759391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2D5EAE96-A344-B22E-94BB-A2760D4AFF25}"/>
              </a:ext>
            </a:extLst>
          </p:cNvPr>
          <p:cNvSpPr/>
          <p:nvPr/>
        </p:nvSpPr>
        <p:spPr>
          <a:xfrm>
            <a:off x="9882835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58C00713-D1A7-E295-D367-76C661E242D4}"/>
              </a:ext>
            </a:extLst>
          </p:cNvPr>
          <p:cNvSpPr/>
          <p:nvPr/>
        </p:nvSpPr>
        <p:spPr>
          <a:xfrm>
            <a:off x="10354641" y="6478006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C0BFD45A-AB93-163D-4F24-558808A60707}"/>
              </a:ext>
            </a:extLst>
          </p:cNvPr>
          <p:cNvSpPr/>
          <p:nvPr/>
        </p:nvSpPr>
        <p:spPr>
          <a:xfrm>
            <a:off x="10000332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CA603389-B83E-56A4-1151-847B91940A36}"/>
              </a:ext>
            </a:extLst>
          </p:cNvPr>
          <p:cNvSpPr/>
          <p:nvPr/>
        </p:nvSpPr>
        <p:spPr>
          <a:xfrm>
            <a:off x="10119817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2B9A77D3-40F7-C4F9-7BF0-480A439410DF}"/>
              </a:ext>
            </a:extLst>
          </p:cNvPr>
          <p:cNvSpPr/>
          <p:nvPr/>
        </p:nvSpPr>
        <p:spPr>
          <a:xfrm>
            <a:off x="10243261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A06B39AE-6506-5C83-A14C-94738245C51B}"/>
              </a:ext>
            </a:extLst>
          </p:cNvPr>
          <p:cNvSpPr/>
          <p:nvPr/>
        </p:nvSpPr>
        <p:spPr>
          <a:xfrm>
            <a:off x="10500055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73E1B054-EC83-B095-1B19-9D7E2463764A}"/>
              </a:ext>
            </a:extLst>
          </p:cNvPr>
          <p:cNvSpPr/>
          <p:nvPr/>
        </p:nvSpPr>
        <p:spPr>
          <a:xfrm>
            <a:off x="10623499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ED09DA22-30BB-D1A1-53ED-13AD22B26548}"/>
              </a:ext>
            </a:extLst>
          </p:cNvPr>
          <p:cNvSpPr/>
          <p:nvPr/>
        </p:nvSpPr>
        <p:spPr>
          <a:xfrm>
            <a:off x="10746943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6AB075BB-D213-ED07-BD17-70BD7AAB39AB}"/>
              </a:ext>
            </a:extLst>
          </p:cNvPr>
          <p:cNvSpPr/>
          <p:nvPr/>
        </p:nvSpPr>
        <p:spPr>
          <a:xfrm>
            <a:off x="10870387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B0C69B2D-FE7F-E3B1-1C22-D6CD410ACC1D}"/>
              </a:ext>
            </a:extLst>
          </p:cNvPr>
          <p:cNvSpPr/>
          <p:nvPr/>
        </p:nvSpPr>
        <p:spPr>
          <a:xfrm>
            <a:off x="10993831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DD6A6604-3B7F-4780-0C50-584A5A29EC68}"/>
              </a:ext>
            </a:extLst>
          </p:cNvPr>
          <p:cNvSpPr/>
          <p:nvPr/>
        </p:nvSpPr>
        <p:spPr>
          <a:xfrm>
            <a:off x="11117275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D76D2D57-37D3-9EA1-06B9-F083AABBE5E8}"/>
              </a:ext>
            </a:extLst>
          </p:cNvPr>
          <p:cNvSpPr/>
          <p:nvPr/>
        </p:nvSpPr>
        <p:spPr>
          <a:xfrm>
            <a:off x="11240719" y="649134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89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EBB0D-C974-C602-3E7D-8963169E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B756AE-4864-43C1-C318-A63D16C02084}"/>
              </a:ext>
            </a:extLst>
          </p:cNvPr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D0D4FB-E0C3-FDB3-E300-3D066BA678F4}"/>
              </a:ext>
            </a:extLst>
          </p:cNvPr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7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9A1136-84CE-E70F-BE4B-007C22D4E042}"/>
              </a:ext>
            </a:extLst>
          </p:cNvPr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Sequence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A62B75-CDD8-97A5-8597-DEA24DB1D391}"/>
              </a:ext>
            </a:extLst>
          </p:cNvPr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 Control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흐름</a:t>
            </a:r>
            <a:endParaRPr lang="en-US" sz="3000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E4D1BE1-F641-4824-8ADA-ECEF03CAAAD5}"/>
              </a:ext>
            </a:extLst>
          </p:cNvPr>
          <p:cNvGrpSpPr/>
          <p:nvPr/>
        </p:nvGrpSpPr>
        <p:grpSpPr>
          <a:xfrm>
            <a:off x="397491" y="2880906"/>
            <a:ext cx="1645521" cy="1577340"/>
            <a:chOff x="552762" y="2880906"/>
            <a:chExt cx="1645521" cy="1577340"/>
          </a:xfrm>
        </p:grpSpPr>
        <p:sp>
          <p:nvSpPr>
            <p:cNvPr id="68" name="Shape 26">
              <a:extLst>
                <a:ext uri="{FF2B5EF4-FFF2-40B4-BE49-F238E27FC236}">
                  <a16:creationId xmlns:a16="http://schemas.microsoft.com/office/drawing/2014/main" id="{68501067-E829-2511-7D26-836AF2B0F9E2}"/>
                </a:ext>
              </a:extLst>
            </p:cNvPr>
            <p:cNvSpPr/>
            <p:nvPr/>
          </p:nvSpPr>
          <p:spPr>
            <a:xfrm>
              <a:off x="552762" y="2880906"/>
              <a:ext cx="1645521" cy="1577340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718ABA59-23E0-5C9E-7C8F-7C6E1098A5BF}"/>
                </a:ext>
              </a:extLst>
            </p:cNvPr>
            <p:cNvSpPr/>
            <p:nvPr/>
          </p:nvSpPr>
          <p:spPr>
            <a:xfrm>
              <a:off x="757578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5D89CBFB-2513-3D61-88CC-8EBF4E09B2E9}"/>
                </a:ext>
              </a:extLst>
            </p:cNvPr>
            <p:cNvSpPr/>
            <p:nvPr/>
          </p:nvSpPr>
          <p:spPr>
            <a:xfrm>
              <a:off x="757577" y="3278977"/>
              <a:ext cx="1344911" cy="541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STT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(Speech-to-text)</a:t>
              </a:r>
              <a:endParaRPr lang="en-US" sz="1300" dirty="0"/>
            </a:p>
          </p:txBody>
        </p:sp>
        <p:sp>
          <p:nvSpPr>
            <p:cNvPr id="50" name="Text 23">
              <a:extLst>
                <a:ext uri="{FF2B5EF4-FFF2-40B4-BE49-F238E27FC236}">
                  <a16:creationId xmlns:a16="http://schemas.microsoft.com/office/drawing/2014/main" id="{DC4A93A2-5630-E1AB-2BFF-C3AAAC1DA45D}"/>
                </a:ext>
              </a:extLst>
            </p:cNvPr>
            <p:cNvSpPr/>
            <p:nvPr/>
          </p:nvSpPr>
          <p:spPr>
            <a:xfrm>
              <a:off x="757579" y="3601298"/>
              <a:ext cx="1078192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요청 인식</a:t>
              </a:r>
              <a:endParaRPr lang="en-US" sz="1000" dirty="0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411BD0D-3EFB-D840-BD87-E9D6E8743D60}"/>
              </a:ext>
            </a:extLst>
          </p:cNvPr>
          <p:cNvGrpSpPr/>
          <p:nvPr/>
        </p:nvGrpSpPr>
        <p:grpSpPr>
          <a:xfrm>
            <a:off x="2343101" y="2852320"/>
            <a:ext cx="1645521" cy="1605925"/>
            <a:chOff x="2563109" y="2852320"/>
            <a:chExt cx="1645521" cy="1605925"/>
          </a:xfrm>
        </p:grpSpPr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48E73318-E66C-FA53-DDEA-761CBBDBDA1F}"/>
                </a:ext>
              </a:extLst>
            </p:cNvPr>
            <p:cNvSpPr/>
            <p:nvPr/>
          </p:nvSpPr>
          <p:spPr>
            <a:xfrm>
              <a:off x="2563109" y="2852320"/>
              <a:ext cx="1645521" cy="1601243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8CF5D841-1B83-3CFD-6C2B-D221D9450572}"/>
                </a:ext>
              </a:extLst>
            </p:cNvPr>
            <p:cNvSpPr/>
            <p:nvPr/>
          </p:nvSpPr>
          <p:spPr>
            <a:xfrm>
              <a:off x="2744029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23939EF-1CD0-CED5-863F-2E0EAA7CCACD}"/>
                </a:ext>
              </a:extLst>
            </p:cNvPr>
            <p:cNvSpPr/>
            <p:nvPr/>
          </p:nvSpPr>
          <p:spPr>
            <a:xfrm>
              <a:off x="2744029" y="3278977"/>
              <a:ext cx="13342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Query Rewriter</a:t>
              </a:r>
              <a:endParaRPr lang="en-US" sz="1300" dirty="0"/>
            </a:p>
          </p:txBody>
        </p:sp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8A5D8593-D417-23FE-E2F3-4C0AAF2C8DAD}"/>
                </a:ext>
              </a:extLst>
            </p:cNvPr>
            <p:cNvSpPr/>
            <p:nvPr/>
          </p:nvSpPr>
          <p:spPr>
            <a:xfrm>
              <a:off x="2744029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요청 재구성</a:t>
              </a:r>
              <a:endParaRPr lang="en-US" sz="1000" dirty="0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B518AD37-A5C1-F8AA-8881-4598FB05AC8B}"/>
              </a:ext>
            </a:extLst>
          </p:cNvPr>
          <p:cNvGrpSpPr/>
          <p:nvPr/>
        </p:nvGrpSpPr>
        <p:grpSpPr>
          <a:xfrm>
            <a:off x="4288711" y="2880906"/>
            <a:ext cx="1645521" cy="1577339"/>
            <a:chOff x="4589384" y="2880906"/>
            <a:chExt cx="1645521" cy="1577339"/>
          </a:xfrm>
        </p:grpSpPr>
        <p:sp>
          <p:nvSpPr>
            <p:cNvPr id="97" name="Shape 26">
              <a:extLst>
                <a:ext uri="{FF2B5EF4-FFF2-40B4-BE49-F238E27FC236}">
                  <a16:creationId xmlns:a16="http://schemas.microsoft.com/office/drawing/2014/main" id="{0A7F99E7-9AD6-5C63-9070-998C7B382A21}"/>
                </a:ext>
              </a:extLst>
            </p:cNvPr>
            <p:cNvSpPr/>
            <p:nvPr/>
          </p:nvSpPr>
          <p:spPr>
            <a:xfrm>
              <a:off x="4589384" y="2880906"/>
              <a:ext cx="1645521" cy="1577339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6079B9ED-1657-A04C-15D4-E2459D595A7B}"/>
                </a:ext>
              </a:extLst>
            </p:cNvPr>
            <p:cNvSpPr/>
            <p:nvPr/>
          </p:nvSpPr>
          <p:spPr>
            <a:xfrm>
              <a:off x="4743971" y="3278977"/>
              <a:ext cx="1078192" cy="3829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Orchestrator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 23">
              <a:extLst>
                <a:ext uri="{FF2B5EF4-FFF2-40B4-BE49-F238E27FC236}">
                  <a16:creationId xmlns:a16="http://schemas.microsoft.com/office/drawing/2014/main" id="{C37330F2-A882-C760-722C-C042ABA45C71}"/>
                </a:ext>
              </a:extLst>
            </p:cNvPr>
            <p:cNvSpPr/>
            <p:nvPr/>
          </p:nvSpPr>
          <p:spPr>
            <a:xfrm>
              <a:off x="4753284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733B097B-2A37-3569-9CB3-55A21563DBD3}"/>
                </a:ext>
              </a:extLst>
            </p:cNvPr>
            <p:cNvSpPr/>
            <p:nvPr/>
          </p:nvSpPr>
          <p:spPr>
            <a:xfrm>
              <a:off x="4734657" y="3601298"/>
              <a:ext cx="132844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의도 파악</a:t>
              </a:r>
              <a:endParaRPr lang="en-US" sz="10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919D0AA0-08BA-C7A2-547F-9D0468CB2338}"/>
              </a:ext>
            </a:extLst>
          </p:cNvPr>
          <p:cNvGrpSpPr/>
          <p:nvPr/>
        </p:nvGrpSpPr>
        <p:grpSpPr>
          <a:xfrm>
            <a:off x="6234321" y="2862973"/>
            <a:ext cx="1645521" cy="1595272"/>
            <a:chOff x="6612703" y="2862973"/>
            <a:chExt cx="1645521" cy="1595272"/>
          </a:xfrm>
        </p:grpSpPr>
        <p:sp>
          <p:nvSpPr>
            <p:cNvPr id="89" name="Shape 26">
              <a:extLst>
                <a:ext uri="{FF2B5EF4-FFF2-40B4-BE49-F238E27FC236}">
                  <a16:creationId xmlns:a16="http://schemas.microsoft.com/office/drawing/2014/main" id="{4891829F-2CC6-F4A1-83EC-FDA1AA46D116}"/>
                </a:ext>
              </a:extLst>
            </p:cNvPr>
            <p:cNvSpPr/>
            <p:nvPr/>
          </p:nvSpPr>
          <p:spPr>
            <a:xfrm>
              <a:off x="6612703" y="2862973"/>
              <a:ext cx="1645521" cy="159527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9EC1D42A-3507-0BB1-CD99-82A4AE64F3F7}"/>
                </a:ext>
              </a:extLst>
            </p:cNvPr>
            <p:cNvSpPr/>
            <p:nvPr/>
          </p:nvSpPr>
          <p:spPr>
            <a:xfrm>
              <a:off x="6799278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04</a:t>
              </a:r>
              <a:endParaRPr lang="en-US" sz="120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E234DD0E-A53B-90D2-59F2-DDB3DFDA31B6}"/>
                </a:ext>
              </a:extLst>
            </p:cNvPr>
            <p:cNvSpPr/>
            <p:nvPr/>
          </p:nvSpPr>
          <p:spPr>
            <a:xfrm>
              <a:off x="6799278" y="3278977"/>
              <a:ext cx="107819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</a:rPr>
                <a:t>AIDL</a:t>
              </a:r>
              <a:endParaRPr lang="en-US" sz="1300" dirty="0"/>
            </a:p>
          </p:txBody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D6FBE80B-DA79-91FB-3036-C1DE5F181D35}"/>
                </a:ext>
              </a:extLst>
            </p:cNvPr>
            <p:cNvSpPr/>
            <p:nvPr/>
          </p:nvSpPr>
          <p:spPr>
            <a:xfrm>
              <a:off x="6780648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차량</a:t>
              </a:r>
              <a:r>
                <a:rPr lang="en-US" altLang="ko-KR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제어</a:t>
              </a:r>
              <a:endParaRPr lang="en-US" sz="1000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A8C083B-6F4F-1D66-90DC-422AC9A5DB61}"/>
              </a:ext>
            </a:extLst>
          </p:cNvPr>
          <p:cNvGrpSpPr/>
          <p:nvPr/>
        </p:nvGrpSpPr>
        <p:grpSpPr>
          <a:xfrm>
            <a:off x="8179931" y="2834943"/>
            <a:ext cx="1645521" cy="1623302"/>
            <a:chOff x="8444799" y="2834943"/>
            <a:chExt cx="1645521" cy="1623302"/>
          </a:xfrm>
        </p:grpSpPr>
        <p:sp>
          <p:nvSpPr>
            <p:cNvPr id="91" name="Shape 26">
              <a:extLst>
                <a:ext uri="{FF2B5EF4-FFF2-40B4-BE49-F238E27FC236}">
                  <a16:creationId xmlns:a16="http://schemas.microsoft.com/office/drawing/2014/main" id="{EE1E647B-6E78-9361-67FB-969723B4D41D}"/>
                </a:ext>
              </a:extLst>
            </p:cNvPr>
            <p:cNvSpPr/>
            <p:nvPr/>
          </p:nvSpPr>
          <p:spPr>
            <a:xfrm>
              <a:off x="8444799" y="2834943"/>
              <a:ext cx="1645521" cy="162330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69E8064E-8A7E-7E8F-86A5-AB323B4A1111}"/>
                </a:ext>
              </a:extLst>
            </p:cNvPr>
            <p:cNvSpPr/>
            <p:nvPr/>
          </p:nvSpPr>
          <p:spPr>
            <a:xfrm>
              <a:off x="8699633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05</a:t>
              </a:r>
              <a:endParaRPr lang="en-US" sz="1200" dirty="0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3D896644-5BAA-4736-9E72-53D6F6A65AA2}"/>
                </a:ext>
              </a:extLst>
            </p:cNvPr>
            <p:cNvSpPr/>
            <p:nvPr/>
          </p:nvSpPr>
          <p:spPr>
            <a:xfrm>
              <a:off x="8699632" y="3278977"/>
              <a:ext cx="1163851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On-Device LLM</a:t>
              </a:r>
              <a:endParaRPr lang="en-US" sz="1300" dirty="0"/>
            </a:p>
          </p:txBody>
        </p:sp>
        <p:sp>
          <p:nvSpPr>
            <p:cNvPr id="60" name="Text 23">
              <a:extLst>
                <a:ext uri="{FF2B5EF4-FFF2-40B4-BE49-F238E27FC236}">
                  <a16:creationId xmlns:a16="http://schemas.microsoft.com/office/drawing/2014/main" id="{E6657E44-66FE-F604-9DF4-967E96808A6E}"/>
                </a:ext>
              </a:extLst>
            </p:cNvPr>
            <p:cNvSpPr/>
            <p:nvPr/>
          </p:nvSpPr>
          <p:spPr>
            <a:xfrm>
              <a:off x="8671687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제어 완료 답변 생성</a:t>
              </a:r>
              <a:endParaRPr lang="en-US" sz="1000" dirty="0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E02A4AF-14C0-9C9B-7862-D78C28610575}"/>
              </a:ext>
            </a:extLst>
          </p:cNvPr>
          <p:cNvGrpSpPr/>
          <p:nvPr/>
        </p:nvGrpSpPr>
        <p:grpSpPr>
          <a:xfrm>
            <a:off x="10125542" y="2820313"/>
            <a:ext cx="1645521" cy="1637932"/>
            <a:chOff x="10280813" y="2820313"/>
            <a:chExt cx="1645521" cy="1637932"/>
          </a:xfrm>
        </p:grpSpPr>
        <p:sp>
          <p:nvSpPr>
            <p:cNvPr id="93" name="Shape 26">
              <a:extLst>
                <a:ext uri="{FF2B5EF4-FFF2-40B4-BE49-F238E27FC236}">
                  <a16:creationId xmlns:a16="http://schemas.microsoft.com/office/drawing/2014/main" id="{36357F6D-B97C-4FCB-C529-954C80DB6965}"/>
                </a:ext>
              </a:extLst>
            </p:cNvPr>
            <p:cNvSpPr/>
            <p:nvPr/>
          </p:nvSpPr>
          <p:spPr>
            <a:xfrm>
              <a:off x="10280813" y="2820313"/>
              <a:ext cx="1645521" cy="163793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BA8FD893-B984-124B-56D1-BB17FFFFB5DC}"/>
                </a:ext>
              </a:extLst>
            </p:cNvPr>
            <p:cNvSpPr/>
            <p:nvPr/>
          </p:nvSpPr>
          <p:spPr>
            <a:xfrm>
              <a:off x="10447925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06</a:t>
              </a:r>
              <a:endParaRPr lang="en-US" sz="12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6F461E03-C55C-C1ED-1A99-148A2EF99E07}"/>
                </a:ext>
              </a:extLst>
            </p:cNvPr>
            <p:cNvSpPr/>
            <p:nvPr/>
          </p:nvSpPr>
          <p:spPr>
            <a:xfrm>
              <a:off x="10447924" y="3278977"/>
              <a:ext cx="1370251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</a:rPr>
                <a:t>TTS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</a:rPr>
                <a:t>(Text-to-speech)</a:t>
              </a:r>
              <a:endParaRPr lang="en-US" sz="1300" dirty="0"/>
            </a:p>
          </p:txBody>
        </p:sp>
        <p:sp>
          <p:nvSpPr>
            <p:cNvPr id="62" name="Text 23">
              <a:extLst>
                <a:ext uri="{FF2B5EF4-FFF2-40B4-BE49-F238E27FC236}">
                  <a16:creationId xmlns:a16="http://schemas.microsoft.com/office/drawing/2014/main" id="{9684F6AE-5494-B54C-AEF4-9298800543BB}"/>
                </a:ext>
              </a:extLst>
            </p:cNvPr>
            <p:cNvSpPr/>
            <p:nvPr/>
          </p:nvSpPr>
          <p:spPr>
            <a:xfrm>
              <a:off x="10532085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5000"/>
                </a:lnSpc>
                <a:buNone/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답변 음성 출력</a:t>
              </a:r>
              <a:endParaRPr lang="en-US" sz="1000" dirty="0"/>
            </a:p>
          </p:txBody>
        </p:sp>
      </p:grpSp>
      <p:sp>
        <p:nvSpPr>
          <p:cNvPr id="64" name="Text 22">
            <a:extLst>
              <a:ext uri="{FF2B5EF4-FFF2-40B4-BE49-F238E27FC236}">
                <a16:creationId xmlns:a16="http://schemas.microsoft.com/office/drawing/2014/main" id="{99EE6D4A-82F6-8C65-AFD3-E2C4E0A518B2}"/>
              </a:ext>
            </a:extLst>
          </p:cNvPr>
          <p:cNvSpPr/>
          <p:nvPr/>
        </p:nvSpPr>
        <p:spPr>
          <a:xfrm>
            <a:off x="2083328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EF2FB8F5-429B-A0E2-B063-267E28446FA1}"/>
              </a:ext>
            </a:extLst>
          </p:cNvPr>
          <p:cNvSpPr/>
          <p:nvPr/>
        </p:nvSpPr>
        <p:spPr>
          <a:xfrm>
            <a:off x="4030388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5" name="Text 22">
            <a:extLst>
              <a:ext uri="{FF2B5EF4-FFF2-40B4-BE49-F238E27FC236}">
                <a16:creationId xmlns:a16="http://schemas.microsoft.com/office/drawing/2014/main" id="{7FFB987C-EA10-2EB0-28AA-EE6F378662CE}"/>
              </a:ext>
            </a:extLst>
          </p:cNvPr>
          <p:cNvSpPr/>
          <p:nvPr/>
        </p:nvSpPr>
        <p:spPr>
          <a:xfrm>
            <a:off x="5969777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7" name="Text 22">
            <a:extLst>
              <a:ext uri="{FF2B5EF4-FFF2-40B4-BE49-F238E27FC236}">
                <a16:creationId xmlns:a16="http://schemas.microsoft.com/office/drawing/2014/main" id="{47670DDE-A3A5-2C03-B94B-70BC95416673}"/>
              </a:ext>
            </a:extLst>
          </p:cNvPr>
          <p:cNvSpPr/>
          <p:nvPr/>
        </p:nvSpPr>
        <p:spPr>
          <a:xfrm>
            <a:off x="9865237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9" name="Text 22">
            <a:extLst>
              <a:ext uri="{FF2B5EF4-FFF2-40B4-BE49-F238E27FC236}">
                <a16:creationId xmlns:a16="http://schemas.microsoft.com/office/drawing/2014/main" id="{586CA32D-3C62-412D-12E0-F2A8A431C416}"/>
              </a:ext>
            </a:extLst>
          </p:cNvPr>
          <p:cNvSpPr/>
          <p:nvPr/>
        </p:nvSpPr>
        <p:spPr>
          <a:xfrm>
            <a:off x="7914459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71AB01D-1187-E21B-2115-E34EB69C9C34}"/>
              </a:ext>
            </a:extLst>
          </p:cNvPr>
          <p:cNvSpPr/>
          <p:nvPr/>
        </p:nvSpPr>
        <p:spPr>
          <a:xfrm>
            <a:off x="9635947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285A6BA-A07E-1CE9-44C1-0EAD63F1F164}"/>
              </a:ext>
            </a:extLst>
          </p:cNvPr>
          <p:cNvSpPr/>
          <p:nvPr/>
        </p:nvSpPr>
        <p:spPr>
          <a:xfrm>
            <a:off x="9759391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3FEB2B69-EEDA-C994-0768-DC199186C887}"/>
              </a:ext>
            </a:extLst>
          </p:cNvPr>
          <p:cNvSpPr/>
          <p:nvPr/>
        </p:nvSpPr>
        <p:spPr>
          <a:xfrm>
            <a:off x="9882835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1DE4E08-4E49-2327-CB4C-7064D2EBF170}"/>
              </a:ext>
            </a:extLst>
          </p:cNvPr>
          <p:cNvSpPr/>
          <p:nvPr/>
        </p:nvSpPr>
        <p:spPr>
          <a:xfrm>
            <a:off x="10478466" y="6478006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B5EE2116-B07E-EF14-AA52-2C5CAE5EA49E}"/>
              </a:ext>
            </a:extLst>
          </p:cNvPr>
          <p:cNvSpPr/>
          <p:nvPr/>
        </p:nvSpPr>
        <p:spPr>
          <a:xfrm>
            <a:off x="10000332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478E3388-C6C4-4EC9-DDA6-53F185DDB17E}"/>
              </a:ext>
            </a:extLst>
          </p:cNvPr>
          <p:cNvSpPr/>
          <p:nvPr/>
        </p:nvSpPr>
        <p:spPr>
          <a:xfrm>
            <a:off x="10119817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B40449B3-2998-5CDB-F9A4-032C4E27669C}"/>
              </a:ext>
            </a:extLst>
          </p:cNvPr>
          <p:cNvSpPr/>
          <p:nvPr/>
        </p:nvSpPr>
        <p:spPr>
          <a:xfrm>
            <a:off x="10243261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E88C9A08-E50A-0C9E-FF9A-7B300950B24E}"/>
              </a:ext>
            </a:extLst>
          </p:cNvPr>
          <p:cNvSpPr/>
          <p:nvPr/>
        </p:nvSpPr>
        <p:spPr>
          <a:xfrm>
            <a:off x="10366705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79783F88-3390-B639-8A49-EAFD68C277C8}"/>
              </a:ext>
            </a:extLst>
          </p:cNvPr>
          <p:cNvSpPr/>
          <p:nvPr/>
        </p:nvSpPr>
        <p:spPr>
          <a:xfrm>
            <a:off x="10623499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448E2725-6B9E-3C71-7F11-60F73743BADE}"/>
              </a:ext>
            </a:extLst>
          </p:cNvPr>
          <p:cNvSpPr/>
          <p:nvPr/>
        </p:nvSpPr>
        <p:spPr>
          <a:xfrm>
            <a:off x="10746943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D5F35082-065A-95B8-8126-A04E1D34B464}"/>
              </a:ext>
            </a:extLst>
          </p:cNvPr>
          <p:cNvSpPr/>
          <p:nvPr/>
        </p:nvSpPr>
        <p:spPr>
          <a:xfrm>
            <a:off x="10870387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0A17C2DA-5599-6215-C166-AC54AA1613AC}"/>
              </a:ext>
            </a:extLst>
          </p:cNvPr>
          <p:cNvSpPr/>
          <p:nvPr/>
        </p:nvSpPr>
        <p:spPr>
          <a:xfrm>
            <a:off x="10993831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9DA25556-197A-183F-5309-A3F3578CF05E}"/>
              </a:ext>
            </a:extLst>
          </p:cNvPr>
          <p:cNvSpPr/>
          <p:nvPr/>
        </p:nvSpPr>
        <p:spPr>
          <a:xfrm>
            <a:off x="11117275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9BB0A258-7EC4-5507-A36E-6F95475957FC}"/>
              </a:ext>
            </a:extLst>
          </p:cNvPr>
          <p:cNvSpPr/>
          <p:nvPr/>
        </p:nvSpPr>
        <p:spPr>
          <a:xfrm>
            <a:off x="11240719" y="6489436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EC70F056-6A16-45DB-9831-64BB535949A8}"/>
              </a:ext>
            </a:extLst>
          </p:cNvPr>
          <p:cNvSpPr/>
          <p:nvPr/>
        </p:nvSpPr>
        <p:spPr>
          <a:xfrm>
            <a:off x="0" y="-1"/>
            <a:ext cx="6189233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65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-1"/>
            <a:ext cx="6753226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7000" dirty="0"/>
          </a:p>
        </p:txBody>
      </p:sp>
      <p:sp>
        <p:nvSpPr>
          <p:cNvPr id="5" name="Text 3"/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Example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 Control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58952" y="2148840"/>
            <a:ext cx="3283610" cy="2364651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58952" y="4641507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온도 올려줘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454042" y="2148840"/>
            <a:ext cx="3283610" cy="2364651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4454042" y="4641507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너무 어두워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149133" y="2148840"/>
            <a:ext cx="3283610" cy="2364651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8149133" y="4641507"/>
            <a:ext cx="3283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볼륨 올려줘</a:t>
            </a:r>
            <a:endParaRPr lang="en-US" sz="125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F8601FB1-2A8A-A42E-1820-24C182C6172F}"/>
              </a:ext>
            </a:extLst>
          </p:cNvPr>
          <p:cNvSpPr/>
          <p:nvPr/>
        </p:nvSpPr>
        <p:spPr>
          <a:xfrm>
            <a:off x="9635947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07CE7EA3-8218-ED3F-ED06-E6051B8467E0}"/>
              </a:ext>
            </a:extLst>
          </p:cNvPr>
          <p:cNvSpPr/>
          <p:nvPr/>
        </p:nvSpPr>
        <p:spPr>
          <a:xfrm>
            <a:off x="9759391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7DFF67F6-BDD1-202E-561E-B3A50ACC1230}"/>
              </a:ext>
            </a:extLst>
          </p:cNvPr>
          <p:cNvSpPr/>
          <p:nvPr/>
        </p:nvSpPr>
        <p:spPr>
          <a:xfrm>
            <a:off x="9882835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4858E648-DD5D-F56E-E336-AB48EC4F7D49}"/>
              </a:ext>
            </a:extLst>
          </p:cNvPr>
          <p:cNvSpPr/>
          <p:nvPr/>
        </p:nvSpPr>
        <p:spPr>
          <a:xfrm>
            <a:off x="10611816" y="6468481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C3F65037-B1A9-5FC2-4531-99660C9082CD}"/>
              </a:ext>
            </a:extLst>
          </p:cNvPr>
          <p:cNvSpPr/>
          <p:nvPr/>
        </p:nvSpPr>
        <p:spPr>
          <a:xfrm>
            <a:off x="10000332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F216BC21-99E2-8739-8BD4-CC3A29E61CD6}"/>
              </a:ext>
            </a:extLst>
          </p:cNvPr>
          <p:cNvSpPr/>
          <p:nvPr/>
        </p:nvSpPr>
        <p:spPr>
          <a:xfrm>
            <a:off x="10119817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E03FE9C1-7294-D398-4DFC-675D16635040}"/>
              </a:ext>
            </a:extLst>
          </p:cNvPr>
          <p:cNvSpPr/>
          <p:nvPr/>
        </p:nvSpPr>
        <p:spPr>
          <a:xfrm>
            <a:off x="10243261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01630B07-5979-1BF4-0057-210D27831032}"/>
              </a:ext>
            </a:extLst>
          </p:cNvPr>
          <p:cNvSpPr/>
          <p:nvPr/>
        </p:nvSpPr>
        <p:spPr>
          <a:xfrm>
            <a:off x="10366705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38951576-B425-C332-A960-35469C7CE12A}"/>
              </a:ext>
            </a:extLst>
          </p:cNvPr>
          <p:cNvSpPr/>
          <p:nvPr/>
        </p:nvSpPr>
        <p:spPr>
          <a:xfrm>
            <a:off x="10499674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F2482F0C-06AD-3526-6FBB-D58CC48E5756}"/>
              </a:ext>
            </a:extLst>
          </p:cNvPr>
          <p:cNvSpPr/>
          <p:nvPr/>
        </p:nvSpPr>
        <p:spPr>
          <a:xfrm>
            <a:off x="10746943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2017633E-B7A9-E908-3941-A500A2C77789}"/>
              </a:ext>
            </a:extLst>
          </p:cNvPr>
          <p:cNvSpPr/>
          <p:nvPr/>
        </p:nvSpPr>
        <p:spPr>
          <a:xfrm>
            <a:off x="10870387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7B3ACC50-7157-56DF-21B0-A249CC3A1ABF}"/>
              </a:ext>
            </a:extLst>
          </p:cNvPr>
          <p:cNvSpPr/>
          <p:nvPr/>
        </p:nvSpPr>
        <p:spPr>
          <a:xfrm>
            <a:off x="10993831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229C0E9E-44B3-1B74-4C9B-95D8F2CF2D20}"/>
              </a:ext>
            </a:extLst>
          </p:cNvPr>
          <p:cNvSpPr/>
          <p:nvPr/>
        </p:nvSpPr>
        <p:spPr>
          <a:xfrm>
            <a:off x="11117275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0B1687F4-0FE9-2EE2-CA4A-085E20CFD167}"/>
              </a:ext>
            </a:extLst>
          </p:cNvPr>
          <p:cNvSpPr/>
          <p:nvPr/>
        </p:nvSpPr>
        <p:spPr>
          <a:xfrm>
            <a:off x="11240719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493FCEB-201E-174D-224E-2502769017A3}"/>
              </a:ext>
            </a:extLst>
          </p:cNvPr>
          <p:cNvSpPr/>
          <p:nvPr/>
        </p:nvSpPr>
        <p:spPr>
          <a:xfrm>
            <a:off x="882701" y="2276857"/>
            <a:ext cx="3027578" cy="2108618"/>
          </a:xfrm>
          <a:prstGeom prst="roundRect">
            <a:avLst>
              <a:gd name="adj" fmla="val 35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6AAF1A99-C49E-05A8-40D4-E6567283636C}"/>
              </a:ext>
            </a:extLst>
          </p:cNvPr>
          <p:cNvSpPr/>
          <p:nvPr/>
        </p:nvSpPr>
        <p:spPr>
          <a:xfrm>
            <a:off x="4582058" y="2276857"/>
            <a:ext cx="3027578" cy="2108618"/>
          </a:xfrm>
          <a:prstGeom prst="roundRect">
            <a:avLst>
              <a:gd name="adj" fmla="val 3567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3F8F7971-8272-BB40-4710-A9A04732EB47}"/>
              </a:ext>
            </a:extLst>
          </p:cNvPr>
          <p:cNvSpPr/>
          <p:nvPr/>
        </p:nvSpPr>
        <p:spPr>
          <a:xfrm>
            <a:off x="8281721" y="2276857"/>
            <a:ext cx="3027578" cy="2108618"/>
          </a:xfrm>
          <a:prstGeom prst="roundRect">
            <a:avLst>
              <a:gd name="adj" fmla="val 3567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73BBF-3B5E-F71B-63E4-FF7C2E77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EA29A1-2F6D-B684-9D40-48BAD1DC9E91}"/>
              </a:ext>
            </a:extLst>
          </p:cNvPr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B0DE3B-4F31-16CB-202B-064EEA28DA33}"/>
              </a:ext>
            </a:extLst>
          </p:cNvPr>
          <p:cNvSpPr/>
          <p:nvPr/>
        </p:nvSpPr>
        <p:spPr>
          <a:xfrm>
            <a:off x="0" y="0"/>
            <a:ext cx="7915275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E8D07A-D5BC-C341-1E1A-AEA9C0C211F9}"/>
              </a:ext>
            </a:extLst>
          </p:cNvPr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872558-E596-9AA5-E592-86555F223FE1}"/>
              </a:ext>
            </a:extLst>
          </p:cNvPr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	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E5C9449-3FCE-0589-6424-5552EE8760FD}"/>
              </a:ext>
            </a:extLst>
          </p:cNvPr>
          <p:cNvSpPr/>
          <p:nvPr/>
        </p:nvSpPr>
        <p:spPr>
          <a:xfrm>
            <a:off x="758952" y="787908"/>
            <a:ext cx="10673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AI DJ</a:t>
            </a:r>
            <a:endParaRPr lang="en-US" sz="3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66DCAAD-4C73-8B64-22BD-2BC6C47B5F3F}"/>
              </a:ext>
            </a:extLst>
          </p:cNvPr>
          <p:cNvSpPr/>
          <p:nvPr/>
        </p:nvSpPr>
        <p:spPr>
          <a:xfrm>
            <a:off x="758952" y="2796540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5BBA5DB-54A5-C477-EDAC-22B8429C127B}"/>
              </a:ext>
            </a:extLst>
          </p:cNvPr>
          <p:cNvSpPr/>
          <p:nvPr/>
        </p:nvSpPr>
        <p:spPr>
          <a:xfrm>
            <a:off x="758952" y="29428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88E50F6-39CE-26FB-E8D3-BECC9BE1C241}"/>
              </a:ext>
            </a:extLst>
          </p:cNvPr>
          <p:cNvSpPr/>
          <p:nvPr/>
        </p:nvSpPr>
        <p:spPr>
          <a:xfrm>
            <a:off x="1307592" y="29245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Orchestrator</a:t>
            </a:r>
            <a:endParaRPr lang="en-US" altLang="ko-KR" sz="17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50D90E7-DBA7-56FB-5A57-1F3F638AE82C}"/>
              </a:ext>
            </a:extLst>
          </p:cNvPr>
          <p:cNvSpPr/>
          <p:nvPr/>
        </p:nvSpPr>
        <p:spPr>
          <a:xfrm>
            <a:off x="1307591" y="3272028"/>
            <a:ext cx="4664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 요청을 이해하고 노래 추천 여부 결정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altLang="ko-KR" sz="13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6F27012-31C1-ED1E-0776-8A054168A108}"/>
              </a:ext>
            </a:extLst>
          </p:cNvPr>
          <p:cNvSpPr/>
          <p:nvPr/>
        </p:nvSpPr>
        <p:spPr>
          <a:xfrm>
            <a:off x="6312103" y="2796540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4DF56CB-41AC-C2B8-DFD9-BE82218A3049}"/>
              </a:ext>
            </a:extLst>
          </p:cNvPr>
          <p:cNvSpPr/>
          <p:nvPr/>
        </p:nvSpPr>
        <p:spPr>
          <a:xfrm>
            <a:off x="6312103" y="29428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1C49223-CCDD-CA38-B65D-1F27164F1B08}"/>
              </a:ext>
            </a:extLst>
          </p:cNvPr>
          <p:cNvSpPr/>
          <p:nvPr/>
        </p:nvSpPr>
        <p:spPr>
          <a:xfrm>
            <a:off x="6860743" y="29245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Music</a:t>
            </a:r>
            <a:r>
              <a:rPr lang="ko-KR" alt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Router</a:t>
            </a:r>
            <a:endParaRPr lang="en-US" altLang="ko-KR" sz="17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587D09C-FBF1-0209-BED2-05475FD2AB4B}"/>
              </a:ext>
            </a:extLst>
          </p:cNvPr>
          <p:cNvSpPr/>
          <p:nvPr/>
        </p:nvSpPr>
        <p:spPr>
          <a:xfrm>
            <a:off x="6860743" y="32720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요청을 분석하여 노래 추천 방식 결정</a:t>
            </a:r>
            <a:endParaRPr lang="en-US" altLang="ko-KR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7471A1F-DDC8-AE81-926D-8441B85721A6}"/>
              </a:ext>
            </a:extLst>
          </p:cNvPr>
          <p:cNvSpPr/>
          <p:nvPr/>
        </p:nvSpPr>
        <p:spPr>
          <a:xfrm>
            <a:off x="758952" y="4344923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97CF5E2-423D-E30F-BEAC-25A471187C67}"/>
              </a:ext>
            </a:extLst>
          </p:cNvPr>
          <p:cNvSpPr/>
          <p:nvPr/>
        </p:nvSpPr>
        <p:spPr>
          <a:xfrm>
            <a:off x="758952" y="449122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48B39E4-29D3-E646-98A9-4E6F1F9D1F65}"/>
              </a:ext>
            </a:extLst>
          </p:cNvPr>
          <p:cNvSpPr/>
          <p:nvPr/>
        </p:nvSpPr>
        <p:spPr>
          <a:xfrm>
            <a:off x="1307592" y="447293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AIDL</a:t>
            </a:r>
            <a:endParaRPr lang="en-US" altLang="ko-KR" sz="17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F9BDC8C-0BE1-432B-460F-4D25164EC7B6}"/>
              </a:ext>
            </a:extLst>
          </p:cNvPr>
          <p:cNvSpPr/>
          <p:nvPr/>
        </p:nvSpPr>
        <p:spPr>
          <a:xfrm>
            <a:off x="1307592" y="4820411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청취 이력을 조회</a:t>
            </a:r>
            <a:r>
              <a:rPr lang="en-US" altLang="ko-KR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altLang="ko-KR" sz="13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641C11A-A1B0-24E4-FB54-0FF6E177C66E}"/>
              </a:ext>
            </a:extLst>
          </p:cNvPr>
          <p:cNvSpPr/>
          <p:nvPr/>
        </p:nvSpPr>
        <p:spPr>
          <a:xfrm>
            <a:off x="758952" y="1418844"/>
            <a:ext cx="10038285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2200" b="1" kern="0" spc="-50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청취이력</a:t>
            </a:r>
            <a:r>
              <a:rPr lang="ko-KR" altLang="en-US" sz="2200" b="1" kern="0" spc="-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기반으로</a:t>
            </a:r>
            <a:r>
              <a:rPr lang="ko-KR" altLang="en-US" sz="2200" b="1" kern="0" spc="-50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2200" b="1" kern="0" spc="-50" dirty="0">
              <a:solidFill>
                <a:srgbClr val="FFB0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2200" b="1" kern="0" spc="-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노래를 </a:t>
            </a:r>
            <a:r>
              <a:rPr lang="ko-KR" altLang="en-US" sz="2200" b="1" kern="0" spc="-50" dirty="0">
                <a:solidFill>
                  <a:srgbClr val="22D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r>
              <a:rPr lang="ko-KR" alt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합니다</a:t>
            </a:r>
            <a:endParaRPr lang="en-US" sz="2200" dirty="0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2BB88C30-422A-449B-507C-3E327ED25051}"/>
              </a:ext>
            </a:extLst>
          </p:cNvPr>
          <p:cNvSpPr/>
          <p:nvPr/>
        </p:nvSpPr>
        <p:spPr>
          <a:xfrm>
            <a:off x="6312103" y="4343369"/>
            <a:ext cx="5120640" cy="0"/>
          </a:xfrm>
          <a:prstGeom prst="line">
            <a:avLst/>
          </a:prstGeom>
          <a:noFill/>
          <a:ln w="12700">
            <a:solidFill>
              <a:srgbClr val="2A30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C7DDD2C3-660B-CFF3-91E9-18B53F052F14}"/>
              </a:ext>
            </a:extLst>
          </p:cNvPr>
          <p:cNvSpPr/>
          <p:nvPr/>
        </p:nvSpPr>
        <p:spPr>
          <a:xfrm>
            <a:off x="6312103" y="446379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E2895B30-59FF-AF05-3DD0-D712F7C0A6BA}"/>
              </a:ext>
            </a:extLst>
          </p:cNvPr>
          <p:cNvSpPr/>
          <p:nvPr/>
        </p:nvSpPr>
        <p:spPr>
          <a:xfrm>
            <a:off x="6860743" y="4445507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LLM</a:t>
            </a:r>
            <a:endParaRPr lang="en-US" sz="1700" dirty="0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E8B920B7-A458-3B48-3E1C-84CE633A7F6C}"/>
              </a:ext>
            </a:extLst>
          </p:cNvPr>
          <p:cNvSpPr/>
          <p:nvPr/>
        </p:nvSpPr>
        <p:spPr>
          <a:xfrm>
            <a:off x="6860743" y="4792979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이유를 생성하여 서비스 신뢰성 향상</a:t>
            </a:r>
            <a:endParaRPr lang="en-US" sz="130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599D79D8-7151-5573-8DE5-1BFD5B2BC67A}"/>
              </a:ext>
            </a:extLst>
          </p:cNvPr>
          <p:cNvSpPr/>
          <p:nvPr/>
        </p:nvSpPr>
        <p:spPr>
          <a:xfrm>
            <a:off x="9635947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9228F244-C9DF-8F55-A88D-C58ABE633F11}"/>
              </a:ext>
            </a:extLst>
          </p:cNvPr>
          <p:cNvSpPr/>
          <p:nvPr/>
        </p:nvSpPr>
        <p:spPr>
          <a:xfrm>
            <a:off x="9759391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4E83F677-D14D-92D0-E348-39A0F5D9298C}"/>
              </a:ext>
            </a:extLst>
          </p:cNvPr>
          <p:cNvSpPr/>
          <p:nvPr/>
        </p:nvSpPr>
        <p:spPr>
          <a:xfrm>
            <a:off x="9882835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88DE7B8F-42DF-BF28-FF19-005F48FEB34E}"/>
              </a:ext>
            </a:extLst>
          </p:cNvPr>
          <p:cNvSpPr/>
          <p:nvPr/>
        </p:nvSpPr>
        <p:spPr>
          <a:xfrm>
            <a:off x="10735641" y="6468481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2DBA79B5-B0D2-905B-8225-2151E6779AD7}"/>
              </a:ext>
            </a:extLst>
          </p:cNvPr>
          <p:cNvSpPr/>
          <p:nvPr/>
        </p:nvSpPr>
        <p:spPr>
          <a:xfrm>
            <a:off x="10000332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2373E39A-1F7E-F163-0F3A-679BD154780A}"/>
              </a:ext>
            </a:extLst>
          </p:cNvPr>
          <p:cNvSpPr/>
          <p:nvPr/>
        </p:nvSpPr>
        <p:spPr>
          <a:xfrm>
            <a:off x="10119817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71BD1F32-3F09-5983-0225-1F935454A54E}"/>
              </a:ext>
            </a:extLst>
          </p:cNvPr>
          <p:cNvSpPr/>
          <p:nvPr/>
        </p:nvSpPr>
        <p:spPr>
          <a:xfrm>
            <a:off x="10243261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A68CA226-7FFB-4CA2-1E76-028871F0D102}"/>
              </a:ext>
            </a:extLst>
          </p:cNvPr>
          <p:cNvSpPr/>
          <p:nvPr/>
        </p:nvSpPr>
        <p:spPr>
          <a:xfrm>
            <a:off x="10366705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22D28218-3625-17C9-FBFC-23C9D5D2A5FE}"/>
              </a:ext>
            </a:extLst>
          </p:cNvPr>
          <p:cNvSpPr/>
          <p:nvPr/>
        </p:nvSpPr>
        <p:spPr>
          <a:xfrm>
            <a:off x="10499674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4F474715-4ABE-AE6E-83E7-36E2A7F9F16B}"/>
              </a:ext>
            </a:extLst>
          </p:cNvPr>
          <p:cNvSpPr/>
          <p:nvPr/>
        </p:nvSpPr>
        <p:spPr>
          <a:xfrm>
            <a:off x="10632643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3764D5A1-29CE-93DA-E5DC-4C1374501004}"/>
              </a:ext>
            </a:extLst>
          </p:cNvPr>
          <p:cNvSpPr/>
          <p:nvPr/>
        </p:nvSpPr>
        <p:spPr>
          <a:xfrm>
            <a:off x="10870387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FFC5C507-1D2D-00C6-AEAB-D17CECA07E79}"/>
              </a:ext>
            </a:extLst>
          </p:cNvPr>
          <p:cNvSpPr/>
          <p:nvPr/>
        </p:nvSpPr>
        <p:spPr>
          <a:xfrm>
            <a:off x="10993831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871B5853-01DC-D053-C5EF-DF76C1EE403B}"/>
              </a:ext>
            </a:extLst>
          </p:cNvPr>
          <p:cNvSpPr/>
          <p:nvPr/>
        </p:nvSpPr>
        <p:spPr>
          <a:xfrm>
            <a:off x="11117275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5E80C360-1669-6EAC-4F60-4AC34061A2BB}"/>
              </a:ext>
            </a:extLst>
          </p:cNvPr>
          <p:cNvSpPr/>
          <p:nvPr/>
        </p:nvSpPr>
        <p:spPr>
          <a:xfrm>
            <a:off x="11240719" y="64799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448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D4512-CCA2-2893-193F-A448FC1D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9619C6-C44E-3EA6-F2D7-54B919725889}"/>
              </a:ext>
            </a:extLst>
          </p:cNvPr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F4236F-1BF6-892A-8A09-BE7CD0121CC6}"/>
              </a:ext>
            </a:extLst>
          </p:cNvPr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388492-4046-3EEF-B282-B1971CC64947}"/>
              </a:ext>
            </a:extLst>
          </p:cNvPr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Composition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9104E46-0250-70A7-70FD-79C2A45215E1}"/>
              </a:ext>
            </a:extLst>
          </p:cNvPr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AI DJ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모듈</a:t>
            </a:r>
            <a:endParaRPr lang="en-US" sz="3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EEF73AE-694F-1B36-507F-3FF7A8AE9E99}"/>
              </a:ext>
            </a:extLst>
          </p:cNvPr>
          <p:cNvSpPr/>
          <p:nvPr/>
        </p:nvSpPr>
        <p:spPr>
          <a:xfrm>
            <a:off x="758952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61A9596-0472-5F70-1E3A-BF1018C274DD}"/>
              </a:ext>
            </a:extLst>
          </p:cNvPr>
          <p:cNvSpPr/>
          <p:nvPr/>
        </p:nvSpPr>
        <p:spPr>
          <a:xfrm>
            <a:off x="1078136" y="238348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Rewriter</a:t>
            </a:r>
            <a:endParaRPr lang="en-US" sz="2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5DC3EFF-E534-0746-76CE-D3ABAE088A99}"/>
              </a:ext>
            </a:extLst>
          </p:cNvPr>
          <p:cNvSpPr/>
          <p:nvPr/>
        </p:nvSpPr>
        <p:spPr>
          <a:xfrm>
            <a:off x="758952" y="291038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대화 히스토리를 기반으로</a:t>
            </a:r>
            <a:endParaRPr lang="en-US" altLang="ko-KR" sz="1400" dirty="0">
              <a:solidFill>
                <a:srgbClr val="8BA095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요청을 재구성합니다</a:t>
            </a:r>
            <a:r>
              <a:rPr lang="en-US" altLang="ko-KR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18ACE99-03A0-3427-5C3F-9878BF67A054}"/>
              </a:ext>
            </a:extLst>
          </p:cNvPr>
          <p:cNvSpPr/>
          <p:nvPr/>
        </p:nvSpPr>
        <p:spPr>
          <a:xfrm>
            <a:off x="4469282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E6385C5-89FA-57AE-F86F-1DFEC8484426}"/>
              </a:ext>
            </a:extLst>
          </p:cNvPr>
          <p:cNvSpPr/>
          <p:nvPr/>
        </p:nvSpPr>
        <p:spPr>
          <a:xfrm>
            <a:off x="8179613" y="2286000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3AB10C5E-74B2-D4EF-7858-040FC81B4A62}"/>
              </a:ext>
            </a:extLst>
          </p:cNvPr>
          <p:cNvSpPr/>
          <p:nvPr/>
        </p:nvSpPr>
        <p:spPr>
          <a:xfrm>
            <a:off x="758952" y="238348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0C9F97B2-4906-DBA0-0969-77FFF96BF72B}"/>
              </a:ext>
            </a:extLst>
          </p:cNvPr>
          <p:cNvSpPr/>
          <p:nvPr/>
        </p:nvSpPr>
        <p:spPr>
          <a:xfrm>
            <a:off x="4875926" y="237744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Orchestrator</a:t>
            </a:r>
            <a:endParaRPr lang="en-US" sz="22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52915239-909B-C71A-5D52-30312F7EB372}"/>
              </a:ext>
            </a:extLst>
          </p:cNvPr>
          <p:cNvSpPr/>
          <p:nvPr/>
        </p:nvSpPr>
        <p:spPr>
          <a:xfrm>
            <a:off x="4556742" y="290434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의도 파악</a:t>
            </a:r>
            <a:endParaRPr lang="en-US" altLang="ko-KR" sz="1400" dirty="0">
              <a:solidFill>
                <a:srgbClr val="8BA095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3EF8045D-2290-8B90-A72A-10EE1DF74E6D}"/>
              </a:ext>
            </a:extLst>
          </p:cNvPr>
          <p:cNvSpPr/>
          <p:nvPr/>
        </p:nvSpPr>
        <p:spPr>
          <a:xfrm>
            <a:off x="4556742" y="237744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F7405E1E-C123-3A10-3E7F-592AD032AE83}"/>
              </a:ext>
            </a:extLst>
          </p:cNvPr>
          <p:cNvSpPr/>
          <p:nvPr/>
        </p:nvSpPr>
        <p:spPr>
          <a:xfrm>
            <a:off x="8641212" y="2383480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AIDL</a:t>
            </a:r>
            <a:endParaRPr lang="en-US" sz="2200" dirty="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5A4F43ED-0FE4-8437-C2DE-6B2AF129C832}"/>
              </a:ext>
            </a:extLst>
          </p:cNvPr>
          <p:cNvSpPr/>
          <p:nvPr/>
        </p:nvSpPr>
        <p:spPr>
          <a:xfrm>
            <a:off x="8322028" y="2910381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청취 이력 조회</a:t>
            </a:r>
            <a:endParaRPr lang="en-US" altLang="ko-KR" sz="1400" dirty="0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FC2C7A11-EBD4-21B6-2E21-01357F251740}"/>
              </a:ext>
            </a:extLst>
          </p:cNvPr>
          <p:cNvSpPr/>
          <p:nvPr/>
        </p:nvSpPr>
        <p:spPr>
          <a:xfrm>
            <a:off x="8322028" y="2383480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62" name="Shape 20">
            <a:extLst>
              <a:ext uri="{FF2B5EF4-FFF2-40B4-BE49-F238E27FC236}">
                <a16:creationId xmlns:a16="http://schemas.microsoft.com/office/drawing/2014/main" id="{82BFD566-F5B0-1442-1067-7F4B43387436}"/>
              </a:ext>
            </a:extLst>
          </p:cNvPr>
          <p:cNvSpPr/>
          <p:nvPr/>
        </p:nvSpPr>
        <p:spPr>
          <a:xfrm>
            <a:off x="749520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D6FDD4F3-DCF2-8AB5-7AC5-C5BBB3FFAF87}"/>
              </a:ext>
            </a:extLst>
          </p:cNvPr>
          <p:cNvSpPr/>
          <p:nvPr/>
        </p:nvSpPr>
        <p:spPr>
          <a:xfrm>
            <a:off x="1068704" y="425219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Music Router</a:t>
            </a:r>
            <a:endParaRPr lang="en-US" altLang="ko-KR" sz="22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26A83B0C-6222-1BDD-FF7E-AEAF156E5C0D}"/>
              </a:ext>
            </a:extLst>
          </p:cNvPr>
          <p:cNvSpPr/>
          <p:nvPr/>
        </p:nvSpPr>
        <p:spPr>
          <a:xfrm>
            <a:off x="749520" y="477909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사용자의 요청 분석 및 노래 추천 방식 결정</a:t>
            </a:r>
            <a:endParaRPr lang="en-US" altLang="ko-KR" sz="14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E2572CBF-6B6D-2772-6403-A5B054CC1A4B}"/>
              </a:ext>
            </a:extLst>
          </p:cNvPr>
          <p:cNvSpPr/>
          <p:nvPr/>
        </p:nvSpPr>
        <p:spPr>
          <a:xfrm>
            <a:off x="4459850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22EC8E5A-2049-6E45-D13B-20E6F7D5E4BE}"/>
              </a:ext>
            </a:extLst>
          </p:cNvPr>
          <p:cNvSpPr/>
          <p:nvPr/>
        </p:nvSpPr>
        <p:spPr>
          <a:xfrm>
            <a:off x="8170181" y="4154712"/>
            <a:ext cx="3253130" cy="0"/>
          </a:xfrm>
          <a:prstGeom prst="line">
            <a:avLst/>
          </a:prstGeom>
          <a:noFill/>
          <a:ln w="25400">
            <a:solidFill>
              <a:srgbClr val="22D6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AB26D565-9169-B5A4-A6E9-5DD0528CAAC7}"/>
              </a:ext>
            </a:extLst>
          </p:cNvPr>
          <p:cNvSpPr/>
          <p:nvPr/>
        </p:nvSpPr>
        <p:spPr>
          <a:xfrm>
            <a:off x="749520" y="425219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4A6C0F40-DE55-6B4C-EA50-9F67E5F5510E}"/>
              </a:ext>
            </a:extLst>
          </p:cNvPr>
          <p:cNvSpPr/>
          <p:nvPr/>
        </p:nvSpPr>
        <p:spPr>
          <a:xfrm>
            <a:off x="4866494" y="424615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Cloud LLM</a:t>
            </a:r>
            <a:endParaRPr lang="en-US" sz="2200" dirty="0"/>
          </a:p>
        </p:txBody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DBCAA3F5-DBAE-EDC2-82B9-43377298A560}"/>
              </a:ext>
            </a:extLst>
          </p:cNvPr>
          <p:cNvSpPr/>
          <p:nvPr/>
        </p:nvSpPr>
        <p:spPr>
          <a:xfrm>
            <a:off x="4547310" y="477305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노래 추천 이유 생성</a:t>
            </a:r>
            <a:endParaRPr lang="en-US" sz="1400" dirty="0"/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A1880405-0D66-D368-4C9E-C5671D399F5B}"/>
              </a:ext>
            </a:extLst>
          </p:cNvPr>
          <p:cNvSpPr/>
          <p:nvPr/>
        </p:nvSpPr>
        <p:spPr>
          <a:xfrm>
            <a:off x="4547310" y="424615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DA6D0E2F-1FD8-C91D-874B-4D0C32160412}"/>
              </a:ext>
            </a:extLst>
          </p:cNvPr>
          <p:cNvSpPr/>
          <p:nvPr/>
        </p:nvSpPr>
        <p:spPr>
          <a:xfrm>
            <a:off x="8631780" y="4252192"/>
            <a:ext cx="2139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STT/TTS</a:t>
            </a:r>
            <a:endParaRPr lang="en-US" sz="2200" dirty="0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262D7BB4-AB88-CAA2-A739-C129DE25F9B2}"/>
              </a:ext>
            </a:extLst>
          </p:cNvPr>
          <p:cNvSpPr/>
          <p:nvPr/>
        </p:nvSpPr>
        <p:spPr>
          <a:xfrm>
            <a:off x="8312596" y="4779093"/>
            <a:ext cx="3253130" cy="110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ko-KR" altLang="en-US" sz="14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rPr>
              <a:t>음성 서비스 제공</a:t>
            </a:r>
            <a:endParaRPr lang="en-US" sz="1400" dirty="0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ECB76285-A911-1291-58B4-BAA26D776AC0}"/>
              </a:ext>
            </a:extLst>
          </p:cNvPr>
          <p:cNvSpPr/>
          <p:nvPr/>
        </p:nvSpPr>
        <p:spPr>
          <a:xfrm>
            <a:off x="8312596" y="4252192"/>
            <a:ext cx="309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6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743622D-7ED1-57C6-CA62-38E00E0C82FB}"/>
              </a:ext>
            </a:extLst>
          </p:cNvPr>
          <p:cNvSpPr/>
          <p:nvPr/>
        </p:nvSpPr>
        <p:spPr>
          <a:xfrm>
            <a:off x="9635947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577C26D1-8D4E-EF86-8586-323DCD6FB9BC}"/>
              </a:ext>
            </a:extLst>
          </p:cNvPr>
          <p:cNvSpPr/>
          <p:nvPr/>
        </p:nvSpPr>
        <p:spPr>
          <a:xfrm>
            <a:off x="975939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32878643-2E11-B44C-C8DC-14B130582C23}"/>
              </a:ext>
            </a:extLst>
          </p:cNvPr>
          <p:cNvSpPr/>
          <p:nvPr/>
        </p:nvSpPr>
        <p:spPr>
          <a:xfrm>
            <a:off x="988283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1FAC2F9-D389-FB58-CE2F-677BFE075664}"/>
              </a:ext>
            </a:extLst>
          </p:cNvPr>
          <p:cNvSpPr/>
          <p:nvPr/>
        </p:nvSpPr>
        <p:spPr>
          <a:xfrm>
            <a:off x="10859466" y="6506581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58441EB8-EFCF-B545-847C-10A83B018669}"/>
              </a:ext>
            </a:extLst>
          </p:cNvPr>
          <p:cNvSpPr/>
          <p:nvPr/>
        </p:nvSpPr>
        <p:spPr>
          <a:xfrm>
            <a:off x="10000332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9E04430D-351D-011A-13EA-A49069B5F83D}"/>
              </a:ext>
            </a:extLst>
          </p:cNvPr>
          <p:cNvSpPr/>
          <p:nvPr/>
        </p:nvSpPr>
        <p:spPr>
          <a:xfrm>
            <a:off x="10119817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01DF24D1-F6E7-195F-3574-C50DB5E3AFCA}"/>
              </a:ext>
            </a:extLst>
          </p:cNvPr>
          <p:cNvSpPr/>
          <p:nvPr/>
        </p:nvSpPr>
        <p:spPr>
          <a:xfrm>
            <a:off x="1024326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1CE48E49-A4B7-BC66-D4BE-BCDCB3C02D48}"/>
              </a:ext>
            </a:extLst>
          </p:cNvPr>
          <p:cNvSpPr/>
          <p:nvPr/>
        </p:nvSpPr>
        <p:spPr>
          <a:xfrm>
            <a:off x="1036670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99648CB7-5A95-A39B-D781-D1690E16E686}"/>
              </a:ext>
            </a:extLst>
          </p:cNvPr>
          <p:cNvSpPr/>
          <p:nvPr/>
        </p:nvSpPr>
        <p:spPr>
          <a:xfrm>
            <a:off x="10499674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D9070FD5-CABA-6F94-1E4D-0B55BA0FB8FE}"/>
              </a:ext>
            </a:extLst>
          </p:cNvPr>
          <p:cNvSpPr/>
          <p:nvPr/>
        </p:nvSpPr>
        <p:spPr>
          <a:xfrm>
            <a:off x="10623118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00C2CA0F-D028-29BA-11EF-764E07AA1CB8}"/>
              </a:ext>
            </a:extLst>
          </p:cNvPr>
          <p:cNvSpPr/>
          <p:nvPr/>
        </p:nvSpPr>
        <p:spPr>
          <a:xfrm>
            <a:off x="10746562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31AB9D05-219B-46BC-A9C5-B3B90BE604ED}"/>
              </a:ext>
            </a:extLst>
          </p:cNvPr>
          <p:cNvSpPr/>
          <p:nvPr/>
        </p:nvSpPr>
        <p:spPr>
          <a:xfrm>
            <a:off x="1099383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D6B63DF6-D09F-E150-A8B5-1D81C89AEFFF}"/>
              </a:ext>
            </a:extLst>
          </p:cNvPr>
          <p:cNvSpPr/>
          <p:nvPr/>
        </p:nvSpPr>
        <p:spPr>
          <a:xfrm>
            <a:off x="1111727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A5FB54F2-CF6F-C3A3-74C6-60689AFFA6EB}"/>
              </a:ext>
            </a:extLst>
          </p:cNvPr>
          <p:cNvSpPr/>
          <p:nvPr/>
        </p:nvSpPr>
        <p:spPr>
          <a:xfrm>
            <a:off x="11240719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1">
            <a:extLst>
              <a:ext uri="{FF2B5EF4-FFF2-40B4-BE49-F238E27FC236}">
                <a16:creationId xmlns:a16="http://schemas.microsoft.com/office/drawing/2014/main" id="{3A9FFD8E-A9CB-EEA1-8614-F3A79C175D9F}"/>
              </a:ext>
            </a:extLst>
          </p:cNvPr>
          <p:cNvSpPr/>
          <p:nvPr/>
        </p:nvSpPr>
        <p:spPr>
          <a:xfrm>
            <a:off x="0" y="0"/>
            <a:ext cx="8953349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109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0415B-249F-11C5-EB38-BDD9FD482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C3D1E4-AD49-E440-4C70-E70E91C02F93}"/>
              </a:ext>
            </a:extLst>
          </p:cNvPr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B9B623-F18F-75A6-8549-D4AE0C84396E}"/>
              </a:ext>
            </a:extLst>
          </p:cNvPr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F8276A0-527A-17F9-7FEB-FABD082DD059}"/>
              </a:ext>
            </a:extLst>
          </p:cNvPr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Sequence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C167CCA-0F20-F97B-C10A-D1EC78923FC3}"/>
              </a:ext>
            </a:extLst>
          </p:cNvPr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altLang="ko-KR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AI DJ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흐름</a:t>
            </a:r>
            <a:endParaRPr lang="en-US" sz="3000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D418F5F1-00F6-C57B-2FA3-382C475EE2A4}"/>
              </a:ext>
            </a:extLst>
          </p:cNvPr>
          <p:cNvGrpSpPr/>
          <p:nvPr/>
        </p:nvGrpSpPr>
        <p:grpSpPr>
          <a:xfrm>
            <a:off x="397491" y="2880906"/>
            <a:ext cx="1645521" cy="1577340"/>
            <a:chOff x="552762" y="2880906"/>
            <a:chExt cx="1645521" cy="1577340"/>
          </a:xfrm>
        </p:grpSpPr>
        <p:sp>
          <p:nvSpPr>
            <p:cNvPr id="68" name="Shape 26">
              <a:extLst>
                <a:ext uri="{FF2B5EF4-FFF2-40B4-BE49-F238E27FC236}">
                  <a16:creationId xmlns:a16="http://schemas.microsoft.com/office/drawing/2014/main" id="{F99685D6-6E22-A5FD-369C-6C248EFF24A8}"/>
                </a:ext>
              </a:extLst>
            </p:cNvPr>
            <p:cNvSpPr/>
            <p:nvPr/>
          </p:nvSpPr>
          <p:spPr>
            <a:xfrm>
              <a:off x="552762" y="2880906"/>
              <a:ext cx="1645521" cy="1577340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3F3F8987-D278-8491-69E9-CE308196C84B}"/>
                </a:ext>
              </a:extLst>
            </p:cNvPr>
            <p:cNvSpPr/>
            <p:nvPr/>
          </p:nvSpPr>
          <p:spPr>
            <a:xfrm>
              <a:off x="757578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6323A311-6071-D756-47F1-123A8B1DAE87}"/>
                </a:ext>
              </a:extLst>
            </p:cNvPr>
            <p:cNvSpPr/>
            <p:nvPr/>
          </p:nvSpPr>
          <p:spPr>
            <a:xfrm>
              <a:off x="757577" y="3278977"/>
              <a:ext cx="1344911" cy="541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altLang="ko-KR" sz="1300" b="1" dirty="0">
                  <a:solidFill>
                    <a:schemeClr val="bg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Orchestrator</a:t>
              </a:r>
              <a:endParaRPr lang="en-US" sz="1300" b="1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</p:txBody>
        </p:sp>
        <p:sp>
          <p:nvSpPr>
            <p:cNvPr id="50" name="Text 23">
              <a:extLst>
                <a:ext uri="{FF2B5EF4-FFF2-40B4-BE49-F238E27FC236}">
                  <a16:creationId xmlns:a16="http://schemas.microsoft.com/office/drawing/2014/main" id="{D716CDFB-C0E9-9ECA-9818-7BBEB7AE3B34}"/>
                </a:ext>
              </a:extLst>
            </p:cNvPr>
            <p:cNvSpPr/>
            <p:nvPr/>
          </p:nvSpPr>
          <p:spPr>
            <a:xfrm>
              <a:off x="757579" y="3601298"/>
              <a:ext cx="1078192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5000"/>
                </a:lnSpc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의도 파악</a:t>
              </a:r>
              <a:endParaRPr lang="en-US" altLang="ko-KR" sz="1000" dirty="0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D8E579A-8D04-397B-5FFB-56F0810467C9}"/>
              </a:ext>
            </a:extLst>
          </p:cNvPr>
          <p:cNvGrpSpPr/>
          <p:nvPr/>
        </p:nvGrpSpPr>
        <p:grpSpPr>
          <a:xfrm>
            <a:off x="2343101" y="2852320"/>
            <a:ext cx="1645521" cy="1605925"/>
            <a:chOff x="2563109" y="2852320"/>
            <a:chExt cx="1645521" cy="1605925"/>
          </a:xfrm>
        </p:grpSpPr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0E472A5C-4320-1FC2-B438-85F3695E428A}"/>
                </a:ext>
              </a:extLst>
            </p:cNvPr>
            <p:cNvSpPr/>
            <p:nvPr/>
          </p:nvSpPr>
          <p:spPr>
            <a:xfrm>
              <a:off x="2563109" y="2852320"/>
              <a:ext cx="1645521" cy="1601243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66A61021-300E-3478-1C42-029A2C1A0735}"/>
                </a:ext>
              </a:extLst>
            </p:cNvPr>
            <p:cNvSpPr/>
            <p:nvPr/>
          </p:nvSpPr>
          <p:spPr>
            <a:xfrm>
              <a:off x="2744029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D715B154-0BCF-8645-CC0E-55086560E4C9}"/>
                </a:ext>
              </a:extLst>
            </p:cNvPr>
            <p:cNvSpPr/>
            <p:nvPr/>
          </p:nvSpPr>
          <p:spPr>
            <a:xfrm>
              <a:off x="2744029" y="3278977"/>
              <a:ext cx="13342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Music Router</a:t>
              </a:r>
              <a:endParaRPr lang="en-US" sz="1300" dirty="0"/>
            </a:p>
          </p:txBody>
        </p:sp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75D64CBF-A0C0-FA72-6B63-A76B8BCF7417}"/>
                </a:ext>
              </a:extLst>
            </p:cNvPr>
            <p:cNvSpPr/>
            <p:nvPr/>
          </p:nvSpPr>
          <p:spPr>
            <a:xfrm>
              <a:off x="2744029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5000"/>
                </a:lnSpc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요청 분석</a:t>
              </a:r>
              <a:endParaRPr lang="en-US" sz="1000" dirty="0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5C40866A-18E2-CA40-F8F7-2C49F676109A}"/>
              </a:ext>
            </a:extLst>
          </p:cNvPr>
          <p:cNvGrpSpPr/>
          <p:nvPr/>
        </p:nvGrpSpPr>
        <p:grpSpPr>
          <a:xfrm>
            <a:off x="4288711" y="2880906"/>
            <a:ext cx="1645521" cy="1577339"/>
            <a:chOff x="4589384" y="2880906"/>
            <a:chExt cx="1645521" cy="1577339"/>
          </a:xfrm>
        </p:grpSpPr>
        <p:sp>
          <p:nvSpPr>
            <p:cNvPr id="97" name="Shape 26">
              <a:extLst>
                <a:ext uri="{FF2B5EF4-FFF2-40B4-BE49-F238E27FC236}">
                  <a16:creationId xmlns:a16="http://schemas.microsoft.com/office/drawing/2014/main" id="{42F0D7F8-21A6-F66D-EA5E-283176465A21}"/>
                </a:ext>
              </a:extLst>
            </p:cNvPr>
            <p:cNvSpPr/>
            <p:nvPr/>
          </p:nvSpPr>
          <p:spPr>
            <a:xfrm>
              <a:off x="4589384" y="2880906"/>
              <a:ext cx="1645521" cy="1577339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2EE5358-77F1-B760-CD10-CF2512CEC708}"/>
                </a:ext>
              </a:extLst>
            </p:cNvPr>
            <p:cNvSpPr/>
            <p:nvPr/>
          </p:nvSpPr>
          <p:spPr>
            <a:xfrm>
              <a:off x="4743971" y="3278977"/>
              <a:ext cx="1078192" cy="3829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1300" b="1" dirty="0">
                  <a:solidFill>
                    <a:schemeClr val="bg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AIDL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 23">
              <a:extLst>
                <a:ext uri="{FF2B5EF4-FFF2-40B4-BE49-F238E27FC236}">
                  <a16:creationId xmlns:a16="http://schemas.microsoft.com/office/drawing/2014/main" id="{1A601724-E03E-37D7-69BE-21A44EC16E1B}"/>
                </a:ext>
              </a:extLst>
            </p:cNvPr>
            <p:cNvSpPr/>
            <p:nvPr/>
          </p:nvSpPr>
          <p:spPr>
            <a:xfrm>
              <a:off x="4753284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5B8B0EF5-48E8-82A0-82CC-7E8E8D1CDEDD}"/>
                </a:ext>
              </a:extLst>
            </p:cNvPr>
            <p:cNvSpPr/>
            <p:nvPr/>
          </p:nvSpPr>
          <p:spPr>
            <a:xfrm>
              <a:off x="4734657" y="3601298"/>
              <a:ext cx="132844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5000"/>
                </a:lnSpc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사용자 청취 이력 조회</a:t>
              </a:r>
              <a:endParaRPr lang="en-US" sz="10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2EFC23C-94C5-A6E3-3C38-CC88EF38ED30}"/>
              </a:ext>
            </a:extLst>
          </p:cNvPr>
          <p:cNvGrpSpPr/>
          <p:nvPr/>
        </p:nvGrpSpPr>
        <p:grpSpPr>
          <a:xfrm>
            <a:off x="6234321" y="2862973"/>
            <a:ext cx="1645521" cy="1595272"/>
            <a:chOff x="6234321" y="2862973"/>
            <a:chExt cx="1645521" cy="1595272"/>
          </a:xfrm>
        </p:grpSpPr>
        <p:sp>
          <p:nvSpPr>
            <p:cNvPr id="89" name="Shape 26">
              <a:extLst>
                <a:ext uri="{FF2B5EF4-FFF2-40B4-BE49-F238E27FC236}">
                  <a16:creationId xmlns:a16="http://schemas.microsoft.com/office/drawing/2014/main" id="{56C9E4F1-AA25-E3A8-7159-D00962B47FDE}"/>
                </a:ext>
              </a:extLst>
            </p:cNvPr>
            <p:cNvSpPr/>
            <p:nvPr/>
          </p:nvSpPr>
          <p:spPr>
            <a:xfrm>
              <a:off x="6234321" y="2862973"/>
              <a:ext cx="1645521" cy="159527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CEC8BC1F-AB88-8DB1-27A9-A77A925FC42A}"/>
                </a:ext>
              </a:extLst>
            </p:cNvPr>
            <p:cNvSpPr/>
            <p:nvPr/>
          </p:nvSpPr>
          <p:spPr>
            <a:xfrm>
              <a:off x="6420896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04</a:t>
              </a:r>
              <a:endParaRPr lang="en-US" sz="120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10404F1A-788D-F512-F68E-CC49D0117335}"/>
                </a:ext>
              </a:extLst>
            </p:cNvPr>
            <p:cNvSpPr/>
            <p:nvPr/>
          </p:nvSpPr>
          <p:spPr>
            <a:xfrm>
              <a:off x="6420896" y="3278977"/>
              <a:ext cx="107819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</a:rPr>
                <a:t>Spotify Search API</a:t>
              </a:r>
              <a:endParaRPr lang="en-US" sz="1300" dirty="0"/>
            </a:p>
          </p:txBody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9AB9EB25-901F-B411-8340-92575AC22BAC}"/>
                </a:ext>
              </a:extLst>
            </p:cNvPr>
            <p:cNvSpPr/>
            <p:nvPr/>
          </p:nvSpPr>
          <p:spPr>
            <a:xfrm>
              <a:off x="6419518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5000"/>
                </a:lnSpc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노래 검색</a:t>
              </a:r>
              <a:endParaRPr lang="en-US" sz="1000" dirty="0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DE47279-1B01-1011-0D77-ED0134AB9885}"/>
              </a:ext>
            </a:extLst>
          </p:cNvPr>
          <p:cNvGrpSpPr/>
          <p:nvPr/>
        </p:nvGrpSpPr>
        <p:grpSpPr>
          <a:xfrm>
            <a:off x="8179931" y="2834943"/>
            <a:ext cx="1645521" cy="1623302"/>
            <a:chOff x="8179931" y="2834943"/>
            <a:chExt cx="1645521" cy="1623302"/>
          </a:xfrm>
        </p:grpSpPr>
        <p:sp>
          <p:nvSpPr>
            <p:cNvPr id="91" name="Shape 26">
              <a:extLst>
                <a:ext uri="{FF2B5EF4-FFF2-40B4-BE49-F238E27FC236}">
                  <a16:creationId xmlns:a16="http://schemas.microsoft.com/office/drawing/2014/main" id="{243329A9-0E99-5F72-1C4F-A48C4DA57E2F}"/>
                </a:ext>
              </a:extLst>
            </p:cNvPr>
            <p:cNvSpPr/>
            <p:nvPr/>
          </p:nvSpPr>
          <p:spPr>
            <a:xfrm>
              <a:off x="8179931" y="2834943"/>
              <a:ext cx="1645521" cy="162330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B0FD6103-0B1A-1A41-000F-C570AC51E11C}"/>
                </a:ext>
              </a:extLst>
            </p:cNvPr>
            <p:cNvSpPr/>
            <p:nvPr/>
          </p:nvSpPr>
          <p:spPr>
            <a:xfrm>
              <a:off x="8434765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05</a:t>
              </a:r>
              <a:endParaRPr lang="en-US" sz="1200" dirty="0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60D08A8D-367B-6362-9B46-D7FB540F16BF}"/>
                </a:ext>
              </a:extLst>
            </p:cNvPr>
            <p:cNvSpPr/>
            <p:nvPr/>
          </p:nvSpPr>
          <p:spPr>
            <a:xfrm>
              <a:off x="8434764" y="3278977"/>
              <a:ext cx="1163851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Cloud LLM</a:t>
              </a:r>
              <a:endParaRPr lang="en-US" sz="1300" dirty="0"/>
            </a:p>
          </p:txBody>
        </p:sp>
        <p:sp>
          <p:nvSpPr>
            <p:cNvPr id="60" name="Text 23">
              <a:extLst>
                <a:ext uri="{FF2B5EF4-FFF2-40B4-BE49-F238E27FC236}">
                  <a16:creationId xmlns:a16="http://schemas.microsoft.com/office/drawing/2014/main" id="{CCBCAE40-1503-EAD0-E49F-4D008B16E605}"/>
                </a:ext>
              </a:extLst>
            </p:cNvPr>
            <p:cNvSpPr/>
            <p:nvPr/>
          </p:nvSpPr>
          <p:spPr>
            <a:xfrm>
              <a:off x="8406819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5000"/>
                </a:lnSpc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노래 추천 이유 생성</a:t>
              </a:r>
              <a:endParaRPr lang="en-US" sz="1000" dirty="0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03CD3F79-7281-CBB5-91CD-D19FFE656D18}"/>
              </a:ext>
            </a:extLst>
          </p:cNvPr>
          <p:cNvGrpSpPr/>
          <p:nvPr/>
        </p:nvGrpSpPr>
        <p:grpSpPr>
          <a:xfrm>
            <a:off x="10125542" y="2820313"/>
            <a:ext cx="1645521" cy="1637932"/>
            <a:chOff x="10280813" y="2820313"/>
            <a:chExt cx="1645521" cy="1637932"/>
          </a:xfrm>
        </p:grpSpPr>
        <p:sp>
          <p:nvSpPr>
            <p:cNvPr id="93" name="Shape 26">
              <a:extLst>
                <a:ext uri="{FF2B5EF4-FFF2-40B4-BE49-F238E27FC236}">
                  <a16:creationId xmlns:a16="http://schemas.microsoft.com/office/drawing/2014/main" id="{425BF954-1C45-9B01-3EEA-3FC2738A9F55}"/>
                </a:ext>
              </a:extLst>
            </p:cNvPr>
            <p:cNvSpPr/>
            <p:nvPr/>
          </p:nvSpPr>
          <p:spPr>
            <a:xfrm>
              <a:off x="10280813" y="2820313"/>
              <a:ext cx="1645521" cy="1637932"/>
            </a:xfrm>
            <a:prstGeom prst="roundRect">
              <a:avLst>
                <a:gd name="adj" fmla="val 8000"/>
              </a:avLst>
            </a:prstGeom>
            <a:solidFill>
              <a:srgbClr val="0C120E"/>
            </a:solidFill>
            <a:ln w="12700">
              <a:solidFill>
                <a:srgbClr val="2A302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6C250D25-4174-41E6-320B-A9F0636C5596}"/>
                </a:ext>
              </a:extLst>
            </p:cNvPr>
            <p:cNvSpPr/>
            <p:nvPr/>
          </p:nvSpPr>
          <p:spPr>
            <a:xfrm>
              <a:off x="10447925" y="2918660"/>
              <a:ext cx="1078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5655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06</a:t>
              </a:r>
              <a:endParaRPr lang="en-US" sz="12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AC872B8E-AF4B-F208-86EF-93645DD6D330}"/>
                </a:ext>
              </a:extLst>
            </p:cNvPr>
            <p:cNvSpPr/>
            <p:nvPr/>
          </p:nvSpPr>
          <p:spPr>
            <a:xfrm>
              <a:off x="10447924" y="3278977"/>
              <a:ext cx="1370251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</a:rPr>
                <a:t>TTS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300" b="1" dirty="0">
                  <a:solidFill>
                    <a:srgbClr val="EEF4F0"/>
                  </a:solidFill>
                  <a:latin typeface="Malgun Gothic" pitchFamily="34" charset="0"/>
                  <a:ea typeface="Malgun Gothic" pitchFamily="34" charset="-122"/>
                </a:rPr>
                <a:t>(Text-to-speech)</a:t>
              </a:r>
              <a:endParaRPr lang="en-US" sz="1300" dirty="0"/>
            </a:p>
          </p:txBody>
        </p:sp>
        <p:sp>
          <p:nvSpPr>
            <p:cNvPr id="62" name="Text 23">
              <a:extLst>
                <a:ext uri="{FF2B5EF4-FFF2-40B4-BE49-F238E27FC236}">
                  <a16:creationId xmlns:a16="http://schemas.microsoft.com/office/drawing/2014/main" id="{5661709A-F723-096B-BFA0-619EDD9BCC3B}"/>
                </a:ext>
              </a:extLst>
            </p:cNvPr>
            <p:cNvSpPr/>
            <p:nvPr/>
          </p:nvSpPr>
          <p:spPr>
            <a:xfrm>
              <a:off x="10532085" y="3601298"/>
              <a:ext cx="1206207" cy="8569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5000"/>
                </a:lnSpc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노래 추천 이유 </a:t>
              </a:r>
              <a:endParaRPr lang="en-US" altLang="ko-KR" sz="1000" dirty="0">
                <a:solidFill>
                  <a:srgbClr val="8BA095"/>
                </a:solidFill>
                <a:latin typeface="Malgun Gothic" pitchFamily="34" charset="0"/>
                <a:ea typeface="Malgun Gothic" pitchFamily="34" charset="-122"/>
              </a:endParaRPr>
            </a:p>
            <a:p>
              <a:pPr>
                <a:lnSpc>
                  <a:spcPct val="145000"/>
                </a:lnSpc>
              </a:pPr>
              <a:r>
                <a:rPr lang="ko-KR" altLang="en-US" sz="1000" dirty="0">
                  <a:solidFill>
                    <a:srgbClr val="8BA095"/>
                  </a:solidFill>
                  <a:latin typeface="Malgun Gothic" pitchFamily="34" charset="0"/>
                  <a:ea typeface="Malgun Gothic" pitchFamily="34" charset="-122"/>
                </a:rPr>
                <a:t>음성 출력</a:t>
              </a:r>
              <a:endParaRPr lang="en-US" sz="1000" dirty="0"/>
            </a:p>
          </p:txBody>
        </p:sp>
      </p:grpSp>
      <p:sp>
        <p:nvSpPr>
          <p:cNvPr id="64" name="Text 22">
            <a:extLst>
              <a:ext uri="{FF2B5EF4-FFF2-40B4-BE49-F238E27FC236}">
                <a16:creationId xmlns:a16="http://schemas.microsoft.com/office/drawing/2014/main" id="{33834FCC-4E67-3883-C90D-FA2F87428AC1}"/>
              </a:ext>
            </a:extLst>
          </p:cNvPr>
          <p:cNvSpPr/>
          <p:nvPr/>
        </p:nvSpPr>
        <p:spPr>
          <a:xfrm>
            <a:off x="2083328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4DDEA364-D796-1EC5-C0F2-13555FE7F8C7}"/>
              </a:ext>
            </a:extLst>
          </p:cNvPr>
          <p:cNvSpPr/>
          <p:nvPr/>
        </p:nvSpPr>
        <p:spPr>
          <a:xfrm>
            <a:off x="4030388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5" name="Text 22">
            <a:extLst>
              <a:ext uri="{FF2B5EF4-FFF2-40B4-BE49-F238E27FC236}">
                <a16:creationId xmlns:a16="http://schemas.microsoft.com/office/drawing/2014/main" id="{E6BA8E80-2E06-72C4-7293-37CA93A033CE}"/>
              </a:ext>
            </a:extLst>
          </p:cNvPr>
          <p:cNvSpPr/>
          <p:nvPr/>
        </p:nvSpPr>
        <p:spPr>
          <a:xfrm>
            <a:off x="5969777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7" name="Text 22">
            <a:extLst>
              <a:ext uri="{FF2B5EF4-FFF2-40B4-BE49-F238E27FC236}">
                <a16:creationId xmlns:a16="http://schemas.microsoft.com/office/drawing/2014/main" id="{1B009B56-86DB-C355-5213-3098A0D9D387}"/>
              </a:ext>
            </a:extLst>
          </p:cNvPr>
          <p:cNvSpPr/>
          <p:nvPr/>
        </p:nvSpPr>
        <p:spPr>
          <a:xfrm>
            <a:off x="9865237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09" name="Text 22">
            <a:extLst>
              <a:ext uri="{FF2B5EF4-FFF2-40B4-BE49-F238E27FC236}">
                <a16:creationId xmlns:a16="http://schemas.microsoft.com/office/drawing/2014/main" id="{B1B8CD28-89A5-D71A-2026-C3871E8C2B1B}"/>
              </a:ext>
            </a:extLst>
          </p:cNvPr>
          <p:cNvSpPr/>
          <p:nvPr/>
        </p:nvSpPr>
        <p:spPr>
          <a:xfrm>
            <a:off x="7914459" y="3029798"/>
            <a:ext cx="219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9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82193DD9-D322-E78D-8E65-800F3A61D239}"/>
              </a:ext>
            </a:extLst>
          </p:cNvPr>
          <p:cNvSpPr/>
          <p:nvPr/>
        </p:nvSpPr>
        <p:spPr>
          <a:xfrm>
            <a:off x="9635947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9B04C4D6-C672-69C7-072C-E0495A23D6FC}"/>
              </a:ext>
            </a:extLst>
          </p:cNvPr>
          <p:cNvSpPr/>
          <p:nvPr/>
        </p:nvSpPr>
        <p:spPr>
          <a:xfrm>
            <a:off x="975939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6">
            <a:extLst>
              <a:ext uri="{FF2B5EF4-FFF2-40B4-BE49-F238E27FC236}">
                <a16:creationId xmlns:a16="http://schemas.microsoft.com/office/drawing/2014/main" id="{B8AFE01B-EB01-DF3F-8A3D-8FD86BDD7589}"/>
              </a:ext>
            </a:extLst>
          </p:cNvPr>
          <p:cNvSpPr/>
          <p:nvPr/>
        </p:nvSpPr>
        <p:spPr>
          <a:xfrm>
            <a:off x="988283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7">
            <a:extLst>
              <a:ext uri="{FF2B5EF4-FFF2-40B4-BE49-F238E27FC236}">
                <a16:creationId xmlns:a16="http://schemas.microsoft.com/office/drawing/2014/main" id="{05B5AAD3-47B0-7959-A495-098974D6567A}"/>
              </a:ext>
            </a:extLst>
          </p:cNvPr>
          <p:cNvSpPr/>
          <p:nvPr/>
        </p:nvSpPr>
        <p:spPr>
          <a:xfrm>
            <a:off x="10983291" y="6506581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8">
            <a:extLst>
              <a:ext uri="{FF2B5EF4-FFF2-40B4-BE49-F238E27FC236}">
                <a16:creationId xmlns:a16="http://schemas.microsoft.com/office/drawing/2014/main" id="{903159D5-1001-10F6-CD23-59741265D4DC}"/>
              </a:ext>
            </a:extLst>
          </p:cNvPr>
          <p:cNvSpPr/>
          <p:nvPr/>
        </p:nvSpPr>
        <p:spPr>
          <a:xfrm>
            <a:off x="10000332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9">
            <a:extLst>
              <a:ext uri="{FF2B5EF4-FFF2-40B4-BE49-F238E27FC236}">
                <a16:creationId xmlns:a16="http://schemas.microsoft.com/office/drawing/2014/main" id="{66AD9F46-9A34-FB17-3D4A-5FECB5878162}"/>
              </a:ext>
            </a:extLst>
          </p:cNvPr>
          <p:cNvSpPr/>
          <p:nvPr/>
        </p:nvSpPr>
        <p:spPr>
          <a:xfrm>
            <a:off x="10119817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2B270F73-8CFF-3EEF-267A-5DC2262165CD}"/>
              </a:ext>
            </a:extLst>
          </p:cNvPr>
          <p:cNvSpPr/>
          <p:nvPr/>
        </p:nvSpPr>
        <p:spPr>
          <a:xfrm>
            <a:off x="1024326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11">
            <a:extLst>
              <a:ext uri="{FF2B5EF4-FFF2-40B4-BE49-F238E27FC236}">
                <a16:creationId xmlns:a16="http://schemas.microsoft.com/office/drawing/2014/main" id="{6A14077B-EBC3-D7CB-9805-4D4C5147BAE7}"/>
              </a:ext>
            </a:extLst>
          </p:cNvPr>
          <p:cNvSpPr/>
          <p:nvPr/>
        </p:nvSpPr>
        <p:spPr>
          <a:xfrm>
            <a:off x="1036670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12">
            <a:extLst>
              <a:ext uri="{FF2B5EF4-FFF2-40B4-BE49-F238E27FC236}">
                <a16:creationId xmlns:a16="http://schemas.microsoft.com/office/drawing/2014/main" id="{1EA65EBC-3FD2-8CD5-2BDD-B07ECA8FB61F}"/>
              </a:ext>
            </a:extLst>
          </p:cNvPr>
          <p:cNvSpPr/>
          <p:nvPr/>
        </p:nvSpPr>
        <p:spPr>
          <a:xfrm>
            <a:off x="10499674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13">
            <a:extLst>
              <a:ext uri="{FF2B5EF4-FFF2-40B4-BE49-F238E27FC236}">
                <a16:creationId xmlns:a16="http://schemas.microsoft.com/office/drawing/2014/main" id="{6437DC8C-742B-F718-2C51-C68C1A11ACFC}"/>
              </a:ext>
            </a:extLst>
          </p:cNvPr>
          <p:cNvSpPr/>
          <p:nvPr/>
        </p:nvSpPr>
        <p:spPr>
          <a:xfrm>
            <a:off x="10623118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14">
            <a:extLst>
              <a:ext uri="{FF2B5EF4-FFF2-40B4-BE49-F238E27FC236}">
                <a16:creationId xmlns:a16="http://schemas.microsoft.com/office/drawing/2014/main" id="{D98099E0-C79A-0667-3C02-5FCD5CB8A9A2}"/>
              </a:ext>
            </a:extLst>
          </p:cNvPr>
          <p:cNvSpPr/>
          <p:nvPr/>
        </p:nvSpPr>
        <p:spPr>
          <a:xfrm>
            <a:off x="10746562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15">
            <a:extLst>
              <a:ext uri="{FF2B5EF4-FFF2-40B4-BE49-F238E27FC236}">
                <a16:creationId xmlns:a16="http://schemas.microsoft.com/office/drawing/2014/main" id="{A8CD21F0-47C3-3BEA-25FE-D5FBAFEBAA9B}"/>
              </a:ext>
            </a:extLst>
          </p:cNvPr>
          <p:cNvSpPr/>
          <p:nvPr/>
        </p:nvSpPr>
        <p:spPr>
          <a:xfrm>
            <a:off x="10870006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16">
            <a:extLst>
              <a:ext uri="{FF2B5EF4-FFF2-40B4-BE49-F238E27FC236}">
                <a16:creationId xmlns:a16="http://schemas.microsoft.com/office/drawing/2014/main" id="{2E2E4EEF-04C4-87A5-9A4F-CAF665C67763}"/>
              </a:ext>
            </a:extLst>
          </p:cNvPr>
          <p:cNvSpPr/>
          <p:nvPr/>
        </p:nvSpPr>
        <p:spPr>
          <a:xfrm>
            <a:off x="1111727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17">
            <a:extLst>
              <a:ext uri="{FF2B5EF4-FFF2-40B4-BE49-F238E27FC236}">
                <a16:creationId xmlns:a16="http://schemas.microsoft.com/office/drawing/2014/main" id="{0713AA27-ED7C-71F5-6AF1-41A585EB4706}"/>
              </a:ext>
            </a:extLst>
          </p:cNvPr>
          <p:cNvSpPr/>
          <p:nvPr/>
        </p:nvSpPr>
        <p:spPr>
          <a:xfrm>
            <a:off x="11240719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">
            <a:extLst>
              <a:ext uri="{FF2B5EF4-FFF2-40B4-BE49-F238E27FC236}">
                <a16:creationId xmlns:a16="http://schemas.microsoft.com/office/drawing/2014/main" id="{B541DC88-B21E-A0BA-AF6D-26AE4EC435CB}"/>
              </a:ext>
            </a:extLst>
          </p:cNvPr>
          <p:cNvSpPr/>
          <p:nvPr/>
        </p:nvSpPr>
        <p:spPr>
          <a:xfrm>
            <a:off x="-1" y="0"/>
            <a:ext cx="10000333" cy="48217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86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7A71A-39C6-9283-EFA3-37572E8D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68DB3D-20C3-5010-051F-F261E8E2B32E}"/>
              </a:ext>
            </a:extLst>
          </p:cNvPr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B82B4E-A852-12A6-A461-05FD8E6849E0}"/>
              </a:ext>
            </a:extLst>
          </p:cNvPr>
          <p:cNvSpPr/>
          <p:nvPr/>
        </p:nvSpPr>
        <p:spPr>
          <a:xfrm>
            <a:off x="-1" y="0"/>
            <a:ext cx="11097591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050C5D-869E-E923-A160-E58DB6FE3554}"/>
              </a:ext>
            </a:extLst>
          </p:cNvPr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34B7B4-0A79-EA07-40E3-B53EE970E357}"/>
              </a:ext>
            </a:extLst>
          </p:cNvPr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Example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A321973-1070-A947-DA1A-B8CFA725D7B2}"/>
              </a:ext>
            </a:extLst>
          </p:cNvPr>
          <p:cNvSpPr/>
          <p:nvPr/>
        </p:nvSpPr>
        <p:spPr>
          <a:xfrm>
            <a:off x="758952" y="841248"/>
            <a:ext cx="10673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AI DJ </a:t>
            </a:r>
            <a:r>
              <a:rPr lang="ko-KR" altLang="en-US" sz="30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3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3E33B1D-7F4D-E8F2-A75A-64F4330836E8}"/>
              </a:ext>
            </a:extLst>
          </p:cNvPr>
          <p:cNvSpPr/>
          <p:nvPr/>
        </p:nvSpPr>
        <p:spPr>
          <a:xfrm>
            <a:off x="1751162" y="2148840"/>
            <a:ext cx="3626882" cy="2579493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C25A9C4-0677-7AEC-1564-23E5B040FAE2}"/>
              </a:ext>
            </a:extLst>
          </p:cNvPr>
          <p:cNvSpPr/>
          <p:nvPr/>
        </p:nvSpPr>
        <p:spPr>
          <a:xfrm>
            <a:off x="1751162" y="4867980"/>
            <a:ext cx="3626882" cy="29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 오는</a:t>
            </a:r>
            <a:r>
              <a:rPr lang="en-US" altLang="ko-KR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날 듣기 좋은 노래</a:t>
            </a:r>
            <a:endParaRPr lang="en-US" sz="125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6F42D80-64D5-F6B6-E3F4-CA5EDDF0C749}"/>
              </a:ext>
            </a:extLst>
          </p:cNvPr>
          <p:cNvSpPr/>
          <p:nvPr/>
        </p:nvSpPr>
        <p:spPr>
          <a:xfrm>
            <a:off x="6873173" y="2148840"/>
            <a:ext cx="3626882" cy="2579493"/>
          </a:xfrm>
          <a:prstGeom prst="roundRect">
            <a:avLst>
              <a:gd name="adj" fmla="val 6187"/>
            </a:avLst>
          </a:prstGeom>
          <a:solidFill>
            <a:srgbClr val="0F1712"/>
          </a:solidFill>
          <a:ln w="12700">
            <a:solidFill>
              <a:srgbClr val="2A302D"/>
            </a:solidFill>
            <a:prstDash val="solid"/>
          </a:ln>
          <a:effectLst>
            <a:outerShdw blurRad="254000" dist="889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FEE8463-AA59-7ECE-7C6F-4D14E80DA0DE}"/>
              </a:ext>
            </a:extLst>
          </p:cNvPr>
          <p:cNvSpPr/>
          <p:nvPr/>
        </p:nvSpPr>
        <p:spPr>
          <a:xfrm>
            <a:off x="6873173" y="4867980"/>
            <a:ext cx="3626882" cy="29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</a:t>
            </a:r>
            <a:r>
              <a:rPr lang="ko-KR" altLang="en-US" sz="1250" dirty="0">
                <a:solidFill>
                  <a:srgbClr val="8B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노래 추천해줘</a:t>
            </a:r>
            <a:endParaRPr lang="en-US" sz="1250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FA003FC8-CC05-C238-331B-B79C6E4E3B1A}"/>
              </a:ext>
            </a:extLst>
          </p:cNvPr>
          <p:cNvSpPr/>
          <p:nvPr/>
        </p:nvSpPr>
        <p:spPr>
          <a:xfrm>
            <a:off x="9635947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A43C141E-75B7-009B-ADCC-A00B231DCCBD}"/>
              </a:ext>
            </a:extLst>
          </p:cNvPr>
          <p:cNvSpPr/>
          <p:nvPr/>
        </p:nvSpPr>
        <p:spPr>
          <a:xfrm>
            <a:off x="975939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">
            <a:extLst>
              <a:ext uri="{FF2B5EF4-FFF2-40B4-BE49-F238E27FC236}">
                <a16:creationId xmlns:a16="http://schemas.microsoft.com/office/drawing/2014/main" id="{D286A4DE-118C-A97E-905F-E25138FA6DD0}"/>
              </a:ext>
            </a:extLst>
          </p:cNvPr>
          <p:cNvSpPr/>
          <p:nvPr/>
        </p:nvSpPr>
        <p:spPr>
          <a:xfrm>
            <a:off x="988283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7">
            <a:extLst>
              <a:ext uri="{FF2B5EF4-FFF2-40B4-BE49-F238E27FC236}">
                <a16:creationId xmlns:a16="http://schemas.microsoft.com/office/drawing/2014/main" id="{75190AA6-CE86-479B-322A-1863144E4DE8}"/>
              </a:ext>
            </a:extLst>
          </p:cNvPr>
          <p:cNvSpPr/>
          <p:nvPr/>
        </p:nvSpPr>
        <p:spPr>
          <a:xfrm>
            <a:off x="11097591" y="6506581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8">
            <a:extLst>
              <a:ext uri="{FF2B5EF4-FFF2-40B4-BE49-F238E27FC236}">
                <a16:creationId xmlns:a16="http://schemas.microsoft.com/office/drawing/2014/main" id="{17B6330E-A7BF-3C6B-C0B0-3CC52EAF5D55}"/>
              </a:ext>
            </a:extLst>
          </p:cNvPr>
          <p:cNvSpPr/>
          <p:nvPr/>
        </p:nvSpPr>
        <p:spPr>
          <a:xfrm>
            <a:off x="10000332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79D86723-F1FE-65EB-51EA-6EC45FCA709B}"/>
              </a:ext>
            </a:extLst>
          </p:cNvPr>
          <p:cNvSpPr/>
          <p:nvPr/>
        </p:nvSpPr>
        <p:spPr>
          <a:xfrm>
            <a:off x="10119817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10">
            <a:extLst>
              <a:ext uri="{FF2B5EF4-FFF2-40B4-BE49-F238E27FC236}">
                <a16:creationId xmlns:a16="http://schemas.microsoft.com/office/drawing/2014/main" id="{62E92999-F88D-DD93-0615-7FE7CFBADF45}"/>
              </a:ext>
            </a:extLst>
          </p:cNvPr>
          <p:cNvSpPr/>
          <p:nvPr/>
        </p:nvSpPr>
        <p:spPr>
          <a:xfrm>
            <a:off x="1024326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3F18649A-A0CA-A27F-5DB7-FE96854A9298}"/>
              </a:ext>
            </a:extLst>
          </p:cNvPr>
          <p:cNvSpPr/>
          <p:nvPr/>
        </p:nvSpPr>
        <p:spPr>
          <a:xfrm>
            <a:off x="1036670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12">
            <a:extLst>
              <a:ext uri="{FF2B5EF4-FFF2-40B4-BE49-F238E27FC236}">
                <a16:creationId xmlns:a16="http://schemas.microsoft.com/office/drawing/2014/main" id="{060AA2A1-6321-6F0F-E2F3-1E1C89C7C2F0}"/>
              </a:ext>
            </a:extLst>
          </p:cNvPr>
          <p:cNvSpPr/>
          <p:nvPr/>
        </p:nvSpPr>
        <p:spPr>
          <a:xfrm>
            <a:off x="10499674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9E0F53E6-2DA9-CB44-69D9-3B0929BCAC90}"/>
              </a:ext>
            </a:extLst>
          </p:cNvPr>
          <p:cNvSpPr/>
          <p:nvPr/>
        </p:nvSpPr>
        <p:spPr>
          <a:xfrm>
            <a:off x="10623118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14">
            <a:extLst>
              <a:ext uri="{FF2B5EF4-FFF2-40B4-BE49-F238E27FC236}">
                <a16:creationId xmlns:a16="http://schemas.microsoft.com/office/drawing/2014/main" id="{4B0749B1-27AD-8EBE-1EA0-FA6F58653973}"/>
              </a:ext>
            </a:extLst>
          </p:cNvPr>
          <p:cNvSpPr/>
          <p:nvPr/>
        </p:nvSpPr>
        <p:spPr>
          <a:xfrm>
            <a:off x="10746562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15">
            <a:extLst>
              <a:ext uri="{FF2B5EF4-FFF2-40B4-BE49-F238E27FC236}">
                <a16:creationId xmlns:a16="http://schemas.microsoft.com/office/drawing/2014/main" id="{1EC93D0E-79FE-D2C9-30B6-30A92D028400}"/>
              </a:ext>
            </a:extLst>
          </p:cNvPr>
          <p:cNvSpPr/>
          <p:nvPr/>
        </p:nvSpPr>
        <p:spPr>
          <a:xfrm>
            <a:off x="10870006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16">
            <a:extLst>
              <a:ext uri="{FF2B5EF4-FFF2-40B4-BE49-F238E27FC236}">
                <a16:creationId xmlns:a16="http://schemas.microsoft.com/office/drawing/2014/main" id="{2C4F3ED0-4539-557E-85AC-F70897314449}"/>
              </a:ext>
            </a:extLst>
          </p:cNvPr>
          <p:cNvSpPr/>
          <p:nvPr/>
        </p:nvSpPr>
        <p:spPr>
          <a:xfrm>
            <a:off x="10993450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92C79CCA-D485-17C9-8EA3-3EA27BCB3926}"/>
              </a:ext>
            </a:extLst>
          </p:cNvPr>
          <p:cNvSpPr/>
          <p:nvPr/>
        </p:nvSpPr>
        <p:spPr>
          <a:xfrm>
            <a:off x="11240719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7D215AD-B64F-01CB-22B4-16981A54955F}"/>
              </a:ext>
            </a:extLst>
          </p:cNvPr>
          <p:cNvSpPr/>
          <p:nvPr/>
        </p:nvSpPr>
        <p:spPr>
          <a:xfrm>
            <a:off x="1920926" y="2296303"/>
            <a:ext cx="3279724" cy="2300199"/>
          </a:xfrm>
          <a:prstGeom prst="roundRect">
            <a:avLst>
              <a:gd name="adj" fmla="val 35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734827B5-8DB1-69AD-AF0F-BE41131A1042}"/>
              </a:ext>
            </a:extLst>
          </p:cNvPr>
          <p:cNvSpPr/>
          <p:nvPr/>
        </p:nvSpPr>
        <p:spPr>
          <a:xfrm>
            <a:off x="7046752" y="2288486"/>
            <a:ext cx="3279724" cy="2300199"/>
          </a:xfrm>
          <a:prstGeom prst="roundRect">
            <a:avLst>
              <a:gd name="adj" fmla="val 3567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91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A30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" y="0"/>
            <a:ext cx="12191695" cy="45719"/>
          </a:xfrm>
          <a:prstGeom prst="rect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082735" y="-137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7000" b="1" kern="0" spc="-400" dirty="0">
                <a:solidFill>
                  <a:srgbClr val="141C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0" dirty="0"/>
          </a:p>
        </p:txBody>
      </p:sp>
      <p:sp>
        <p:nvSpPr>
          <p:cNvPr id="5" name="Text 3"/>
          <p:cNvSpPr/>
          <p:nvPr/>
        </p:nvSpPr>
        <p:spPr>
          <a:xfrm>
            <a:off x="758952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2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14</a:t>
            </a:r>
            <a:r>
              <a:rPr lang="en-US" sz="1200" kern="0" spc="100" dirty="0">
                <a:solidFill>
                  <a:srgbClr val="556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20643" y="3186598"/>
            <a:ext cx="2950407" cy="882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4400" b="1" kern="0" spc="-50" dirty="0">
                <a:solidFill>
                  <a:srgbClr val="EEF4F0"/>
                </a:solidFill>
                <a:latin typeface="Malgun Gothic" pitchFamily="34" charset="0"/>
                <a:ea typeface="Malgun Gothic" pitchFamily="34" charset="-122"/>
              </a:rPr>
              <a:t>감사합니다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6012180" y="406908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36F8F7CF-AEE2-C8C4-BCC0-6316937ED9D0}"/>
              </a:ext>
            </a:extLst>
          </p:cNvPr>
          <p:cNvSpPr/>
          <p:nvPr/>
        </p:nvSpPr>
        <p:spPr>
          <a:xfrm>
            <a:off x="9635947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85228F96-1588-F910-B881-70AFDBA47854}"/>
              </a:ext>
            </a:extLst>
          </p:cNvPr>
          <p:cNvSpPr/>
          <p:nvPr/>
        </p:nvSpPr>
        <p:spPr>
          <a:xfrm>
            <a:off x="975939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B6A7C12F-F9FC-80A3-9A79-6A9C38A7F6D4}"/>
              </a:ext>
            </a:extLst>
          </p:cNvPr>
          <p:cNvSpPr/>
          <p:nvPr/>
        </p:nvSpPr>
        <p:spPr>
          <a:xfrm>
            <a:off x="988283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A18A1FD0-1E92-68AB-0708-0732454EC476}"/>
              </a:ext>
            </a:extLst>
          </p:cNvPr>
          <p:cNvSpPr/>
          <p:nvPr/>
        </p:nvSpPr>
        <p:spPr>
          <a:xfrm>
            <a:off x="11221416" y="6506581"/>
            <a:ext cx="91440" cy="91440"/>
          </a:xfrm>
          <a:prstGeom prst="ellipse">
            <a:avLst/>
          </a:prstGeom>
          <a:solidFill>
            <a:srgbClr val="22D6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C99DD2D0-AB60-2543-44BD-DCB65E83E882}"/>
              </a:ext>
            </a:extLst>
          </p:cNvPr>
          <p:cNvSpPr/>
          <p:nvPr/>
        </p:nvSpPr>
        <p:spPr>
          <a:xfrm>
            <a:off x="10000332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170D1487-2E2E-4C4D-5359-B188D146078C}"/>
              </a:ext>
            </a:extLst>
          </p:cNvPr>
          <p:cNvSpPr/>
          <p:nvPr/>
        </p:nvSpPr>
        <p:spPr>
          <a:xfrm>
            <a:off x="10119817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0DDECF85-189A-298F-48B3-8470BBEB26DB}"/>
              </a:ext>
            </a:extLst>
          </p:cNvPr>
          <p:cNvSpPr/>
          <p:nvPr/>
        </p:nvSpPr>
        <p:spPr>
          <a:xfrm>
            <a:off x="10243261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4B99C859-B2C0-2035-4CC1-EC23A822E631}"/>
              </a:ext>
            </a:extLst>
          </p:cNvPr>
          <p:cNvSpPr/>
          <p:nvPr/>
        </p:nvSpPr>
        <p:spPr>
          <a:xfrm>
            <a:off x="10366705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12">
            <a:extLst>
              <a:ext uri="{FF2B5EF4-FFF2-40B4-BE49-F238E27FC236}">
                <a16:creationId xmlns:a16="http://schemas.microsoft.com/office/drawing/2014/main" id="{6ACF82E7-6C02-4460-D466-CD93AC5D0C92}"/>
              </a:ext>
            </a:extLst>
          </p:cNvPr>
          <p:cNvSpPr/>
          <p:nvPr/>
        </p:nvSpPr>
        <p:spPr>
          <a:xfrm>
            <a:off x="10499674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13">
            <a:extLst>
              <a:ext uri="{FF2B5EF4-FFF2-40B4-BE49-F238E27FC236}">
                <a16:creationId xmlns:a16="http://schemas.microsoft.com/office/drawing/2014/main" id="{8D27BEBF-5559-F137-F753-6F98A15FCC24}"/>
              </a:ext>
            </a:extLst>
          </p:cNvPr>
          <p:cNvSpPr/>
          <p:nvPr/>
        </p:nvSpPr>
        <p:spPr>
          <a:xfrm>
            <a:off x="10623118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0D9A8491-39CD-D228-4327-C527289241ED}"/>
              </a:ext>
            </a:extLst>
          </p:cNvPr>
          <p:cNvSpPr/>
          <p:nvPr/>
        </p:nvSpPr>
        <p:spPr>
          <a:xfrm>
            <a:off x="10746562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15">
            <a:extLst>
              <a:ext uri="{FF2B5EF4-FFF2-40B4-BE49-F238E27FC236}">
                <a16:creationId xmlns:a16="http://schemas.microsoft.com/office/drawing/2014/main" id="{960BA1F6-2BF1-AA41-6401-443B08F7D8C9}"/>
              </a:ext>
            </a:extLst>
          </p:cNvPr>
          <p:cNvSpPr/>
          <p:nvPr/>
        </p:nvSpPr>
        <p:spPr>
          <a:xfrm>
            <a:off x="10870006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16">
            <a:extLst>
              <a:ext uri="{FF2B5EF4-FFF2-40B4-BE49-F238E27FC236}">
                <a16:creationId xmlns:a16="http://schemas.microsoft.com/office/drawing/2014/main" id="{3317AA55-0B8E-7475-5338-211E086A9C14}"/>
              </a:ext>
            </a:extLst>
          </p:cNvPr>
          <p:cNvSpPr/>
          <p:nvPr/>
        </p:nvSpPr>
        <p:spPr>
          <a:xfrm>
            <a:off x="10993450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71717976-706A-F1FF-ABD6-228E97CC8452}"/>
              </a:ext>
            </a:extLst>
          </p:cNvPr>
          <p:cNvSpPr/>
          <p:nvPr/>
        </p:nvSpPr>
        <p:spPr>
          <a:xfrm>
            <a:off x="11107369" y="6518011"/>
            <a:ext cx="68580" cy="68580"/>
          </a:xfrm>
          <a:prstGeom prst="ellipse">
            <a:avLst/>
          </a:prstGeom>
          <a:solidFill>
            <a:srgbClr val="3A423D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d0bc021-0c43-4029-a072-964d39f3070b}" enabled="1" method="Privileged" siteId="{7cf932c0-bced-4490-b11f-48d23b1fe0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921</Words>
  <Application>Microsoft Office PowerPoint</Application>
  <PresentationFormat>와이드스크린</PresentationFormat>
  <Paragraphs>283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Park Vision</dc:title>
  <dc:subject>PptxGenJS Presentation</dc:subject>
  <dc:creator>AIParkVision</dc:creator>
  <cp:lastModifiedBy>부재식 (주)투비원솔루션즈</cp:lastModifiedBy>
  <cp:revision>53</cp:revision>
  <dcterms:created xsi:type="dcterms:W3CDTF">2026-08-12T01:12:33Z</dcterms:created>
  <dcterms:modified xsi:type="dcterms:W3CDTF">2026-08-27T05:10:40Z</dcterms:modified>
</cp:coreProperties>
</file>