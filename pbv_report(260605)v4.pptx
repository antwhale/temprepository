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7"/>
  </p:notesMasterIdLst>
  <p:sldIdLst>
    <p:sldId id="258" r:id="rId2"/>
    <p:sldId id="266" r:id="rId3"/>
    <p:sldId id="330" r:id="rId4"/>
    <p:sldId id="746" r:id="rId5"/>
    <p:sldId id="749" r:id="rId6"/>
    <p:sldId id="786" r:id="rId7"/>
    <p:sldId id="787" r:id="rId8"/>
    <p:sldId id="784" r:id="rId9"/>
    <p:sldId id="794" r:id="rId10"/>
    <p:sldId id="795" r:id="rId11"/>
    <p:sldId id="796" r:id="rId12"/>
    <p:sldId id="797" r:id="rId13"/>
    <p:sldId id="754" r:id="rId14"/>
    <p:sldId id="791" r:id="rId15"/>
    <p:sldId id="798" r:id="rId16"/>
    <p:sldId id="756" r:id="rId17"/>
    <p:sldId id="792" r:id="rId18"/>
    <p:sldId id="802" r:id="rId19"/>
    <p:sldId id="758" r:id="rId20"/>
    <p:sldId id="804" r:id="rId21"/>
    <p:sldId id="751" r:id="rId22"/>
    <p:sldId id="271" r:id="rId23"/>
    <p:sldId id="269" r:id="rId24"/>
    <p:sldId id="785" r:id="rId25"/>
    <p:sldId id="568" r:id="rId26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EC6"/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32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/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/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36302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[REQ_03]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584311"/>
              </p:ext>
            </p:extLst>
          </p:nvPr>
        </p:nvGraphicFramePr>
        <p:xfrm>
          <a:off x="681038" y="639313"/>
          <a:ext cx="8656953" cy="58049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설정 시 TA (LID_10011) 문구 여백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CD6C-B6AC-CD91-07E1-0E4A215A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7E8FC-2692-B417-A7A5-73525FB6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C3286D-189F-5F72-E01C-8BB2E6D9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D71BE286-AFB3-A821-B27F-BE2030DB8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25657"/>
              </p:ext>
            </p:extLst>
          </p:nvPr>
        </p:nvGraphicFramePr>
        <p:xfrm>
          <a:off x="681038" y="639313"/>
          <a:ext cx="8656953" cy="571523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동작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95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569923"/>
              </p:ext>
            </p:extLst>
          </p:nvPr>
        </p:nvGraphicFramePr>
        <p:xfrm>
          <a:off x="681038" y="639313"/>
          <a:ext cx="8656953" cy="563640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41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0729-3E27-FD07-8682-F8FBFA74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0E556-0AEC-9068-AC49-DEFDBC0E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864676-591A-6F28-1BC4-0B28FD0F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7DC0F1A-2704-E11A-19F9-EC4342B63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57602"/>
              </p:ext>
            </p:extLst>
          </p:nvPr>
        </p:nvGraphicFramePr>
        <p:xfrm>
          <a:off x="681038" y="639313"/>
          <a:ext cx="8656953" cy="57009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603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8147"/>
              </p:ext>
            </p:extLst>
          </p:nvPr>
        </p:nvGraphicFramePr>
        <p:xfrm>
          <a:off x="681038" y="940254"/>
          <a:ext cx="8656953" cy="49178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2w 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864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06137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91997"/>
              </p:ext>
            </p:extLst>
          </p:nvPr>
        </p:nvGraphicFramePr>
        <p:xfrm>
          <a:off x="575310" y="672556"/>
          <a:ext cx="8769985" cy="543349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261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196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482659"/>
              </p:ext>
            </p:extLst>
          </p:nvPr>
        </p:nvGraphicFramePr>
        <p:xfrm>
          <a:off x="575310" y="860125"/>
          <a:ext cx="8769985" cy="52230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MPI-98184 손코딩으로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5477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616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5800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1w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392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385874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24928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92584"/>
              </p:ext>
            </p:extLst>
          </p:nvPr>
        </p:nvGraphicFramePr>
        <p:xfrm>
          <a:off x="575310" y="966470"/>
          <a:ext cx="8769985" cy="5237559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47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06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5440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지도 다운로드하여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넣기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 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5440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5269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5269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47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92444"/>
              </p:ext>
            </p:extLst>
          </p:nvPr>
        </p:nvGraphicFramePr>
        <p:xfrm>
          <a:off x="575310" y="672556"/>
          <a:ext cx="8769985" cy="17196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05916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0.04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0.06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0.54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14.04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736731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2.77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4.87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20422</TotalTime>
  <Words>4176</Words>
  <Application>Microsoft Office PowerPoint</Application>
  <PresentationFormat>A4 용지(210x297mm)</PresentationFormat>
  <Paragraphs>1212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565</cp:revision>
  <cp:lastPrinted>2018-07-16T02:44:16Z</cp:lastPrinted>
  <dcterms:created xsi:type="dcterms:W3CDTF">2017-09-07T02:36:35Z</dcterms:created>
  <dcterms:modified xsi:type="dcterms:W3CDTF">2026-06-05T02:56:40Z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